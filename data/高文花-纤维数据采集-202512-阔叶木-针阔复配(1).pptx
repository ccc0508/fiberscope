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  <p:sldMasterId id="2147483904" r:id="rId2"/>
  </p:sldMasterIdLst>
  <p:notesMasterIdLst>
    <p:notesMasterId r:id="rId23"/>
  </p:notesMasterIdLst>
  <p:handoutMasterIdLst>
    <p:handoutMasterId r:id="rId24"/>
  </p:handoutMasterIdLst>
  <p:sldIdLst>
    <p:sldId id="280" r:id="rId3"/>
    <p:sldId id="302" r:id="rId4"/>
    <p:sldId id="279" r:id="rId5"/>
    <p:sldId id="309" r:id="rId6"/>
    <p:sldId id="303" r:id="rId7"/>
    <p:sldId id="308" r:id="rId8"/>
    <p:sldId id="304" r:id="rId9"/>
    <p:sldId id="310" r:id="rId10"/>
    <p:sldId id="314" r:id="rId11"/>
    <p:sldId id="315" r:id="rId12"/>
    <p:sldId id="316" r:id="rId13"/>
    <p:sldId id="317" r:id="rId14"/>
    <p:sldId id="318" r:id="rId15"/>
    <p:sldId id="305" r:id="rId16"/>
    <p:sldId id="312" r:id="rId17"/>
    <p:sldId id="320" r:id="rId18"/>
    <p:sldId id="306" r:id="rId19"/>
    <p:sldId id="311" r:id="rId20"/>
    <p:sldId id="319" r:id="rId21"/>
    <p:sldId id="301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66FF66"/>
    <a:srgbClr val="00FF00"/>
    <a:srgbClr val="66FF33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9" autoAdjust="0"/>
    <p:restoredTop sz="94660"/>
  </p:normalViewPr>
  <p:slideViewPr>
    <p:cSldViewPr>
      <p:cViewPr varScale="1">
        <p:scale>
          <a:sx n="117" d="100"/>
          <a:sy n="117" d="100"/>
        </p:scale>
        <p:origin x="151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5" d="100"/>
        <a:sy n="185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33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9F34B-F5CA-4A53-9C6C-9BC6908E8A4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49B17-FA77-4665-A253-69AE0ABF2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264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419F5-EE68-4704-B2F7-EF2C922195A5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2D4A1-5088-4570-AC57-C3B60B1E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8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2D4A1-5088-4570-AC57-C3B60B1E8D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039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DD68-3202-913D-AAC1-B80305D5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9279F6D2-3943-603B-7E93-8BFB36BFD0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A09A051-BD51-1843-6C5B-BF7DA7F6FD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AFF4A1C3-AFE4-42B5-6AB1-A61333818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84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8D8127A4-2CF9-117C-C765-A6E8D005E5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7299F3A2-0854-F28F-A737-20243285E2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7F301C91-DBD8-0DDD-135F-1C78B0F05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33A12-0A6C-5478-45D0-3445A37E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A888C680-721F-15FA-0830-D25F8B459F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77B9C31-78FD-E674-47D7-2607AF4993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BCCF4DCE-7F03-3596-5AA1-7BD26FEC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2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B3F6-B46C-3DEA-E0F3-8EFE6674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F8B3A6A9-5F51-6030-B38C-F16E7EC2BA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0554FE51-EC2F-0D36-08D8-F5F796D2B2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536BF9F-9B1A-46C1-31EA-B2C92C507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42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F53DD-C96C-46E4-03F3-F5EF6FCB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7D03FA3-B94B-96B5-0B8D-99C54403FC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F78749E-CAE0-EBC7-403F-AA7BE8BDD6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32FD2330-24EC-5A6D-4A74-E8D3A70A5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6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3"/>
          <p:cNvSpPr>
            <a:spLocks noChangeArrowheads="1"/>
          </p:cNvSpPr>
          <p:nvPr/>
        </p:nvSpPr>
        <p:spPr bwMode="gray">
          <a:xfrm>
            <a:off x="140076" y="4542213"/>
            <a:ext cx="742950" cy="74295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5" name="Rectangle 44" descr="3"/>
          <p:cNvSpPr>
            <a:spLocks noChangeArrowheads="1"/>
          </p:cNvSpPr>
          <p:nvPr/>
        </p:nvSpPr>
        <p:spPr bwMode="gray">
          <a:xfrm>
            <a:off x="1703388" y="4510094"/>
            <a:ext cx="742950" cy="74453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6" name="Rectangle 34" descr="5"/>
          <p:cNvSpPr>
            <a:spLocks noChangeArrowheads="1"/>
          </p:cNvSpPr>
          <p:nvPr/>
        </p:nvSpPr>
        <p:spPr bwMode="gray">
          <a:xfrm>
            <a:off x="915988" y="4510094"/>
            <a:ext cx="742950" cy="744537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8" name="Rectangle 54"/>
          <p:cNvSpPr>
            <a:spLocks noChangeArrowheads="1"/>
          </p:cNvSpPr>
          <p:nvPr/>
        </p:nvSpPr>
        <p:spPr bwMode="gray">
          <a:xfrm>
            <a:off x="128588" y="3705225"/>
            <a:ext cx="742950" cy="74295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83164" y="5898248"/>
            <a:ext cx="8936037" cy="631825"/>
            <a:chOff x="71" y="3751"/>
            <a:chExt cx="5629" cy="398"/>
          </a:xfrm>
        </p:grpSpPr>
        <p:sp>
          <p:nvSpPr>
            <p:cNvPr id="11" name="Freeform 24"/>
            <p:cNvSpPr>
              <a:spLocks/>
            </p:cNvSpPr>
            <p:nvPr userDrawn="1"/>
          </p:nvSpPr>
          <p:spPr bwMode="gray">
            <a:xfrm>
              <a:off x="71" y="3751"/>
              <a:ext cx="5626" cy="349"/>
            </a:xfrm>
            <a:custGeom>
              <a:avLst/>
              <a:gdLst/>
              <a:ahLst/>
              <a:cxnLst>
                <a:cxn ang="0">
                  <a:pos x="5626" y="349"/>
                </a:cxn>
                <a:cxn ang="0">
                  <a:pos x="0" y="349"/>
                </a:cxn>
                <a:cxn ang="0">
                  <a:pos x="0" y="187"/>
                </a:cxn>
                <a:cxn ang="0">
                  <a:pos x="0" y="114"/>
                </a:cxn>
                <a:cxn ang="0">
                  <a:pos x="4064" y="118"/>
                </a:cxn>
                <a:cxn ang="0">
                  <a:pos x="4329" y="0"/>
                </a:cxn>
                <a:cxn ang="0">
                  <a:pos x="5623" y="0"/>
                </a:cxn>
                <a:cxn ang="0">
                  <a:pos x="5626" y="349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78" y="103"/>
                    <a:pt x="3343" y="137"/>
                    <a:pt x="4064" y="118"/>
                  </a:cubicBezTo>
                  <a:lnTo>
                    <a:pt x="4329" y="0"/>
                  </a:lnTo>
                  <a:lnTo>
                    <a:pt x="5623" y="0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2" name="Freeform 25"/>
            <p:cNvSpPr>
              <a:spLocks/>
            </p:cNvSpPr>
            <p:nvPr userDrawn="1"/>
          </p:nvSpPr>
          <p:spPr bwMode="gray">
            <a:xfrm>
              <a:off x="71" y="3800"/>
              <a:ext cx="5626" cy="349"/>
            </a:xfrm>
            <a:custGeom>
              <a:avLst/>
              <a:gdLst/>
              <a:ahLst/>
              <a:cxnLst>
                <a:cxn ang="0">
                  <a:pos x="5626" y="349"/>
                </a:cxn>
                <a:cxn ang="0">
                  <a:pos x="0" y="349"/>
                </a:cxn>
                <a:cxn ang="0">
                  <a:pos x="0" y="187"/>
                </a:cxn>
                <a:cxn ang="0">
                  <a:pos x="0" y="114"/>
                </a:cxn>
                <a:cxn ang="0">
                  <a:pos x="4082" y="118"/>
                </a:cxn>
                <a:cxn ang="0">
                  <a:pos x="4345" y="0"/>
                </a:cxn>
                <a:cxn ang="0">
                  <a:pos x="5623" y="6"/>
                </a:cxn>
                <a:cxn ang="0">
                  <a:pos x="5626" y="349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80" y="103"/>
                    <a:pt x="3358" y="137"/>
                    <a:pt x="4082" y="118"/>
                  </a:cubicBezTo>
                  <a:lnTo>
                    <a:pt x="4345" y="0"/>
                  </a:lnTo>
                  <a:lnTo>
                    <a:pt x="5623" y="6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3" name="Freeform 26"/>
            <p:cNvSpPr>
              <a:spLocks/>
            </p:cNvSpPr>
            <p:nvPr userDrawn="1"/>
          </p:nvSpPr>
          <p:spPr bwMode="gray">
            <a:xfrm>
              <a:off x="4209" y="3833"/>
              <a:ext cx="1491" cy="88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223" y="0"/>
                </a:cxn>
                <a:cxn ang="0">
                  <a:pos x="1491" y="0"/>
                </a:cxn>
                <a:cxn ang="0">
                  <a:pos x="1488" y="60"/>
                </a:cxn>
                <a:cxn ang="0">
                  <a:pos x="383" y="59"/>
                </a:cxn>
                <a:cxn ang="0">
                  <a:pos x="273" y="88"/>
                </a:cxn>
                <a:cxn ang="0">
                  <a:pos x="0" y="84"/>
                </a:cxn>
              </a:cxnLst>
              <a:rect l="0" t="0" r="r" b="b"/>
              <a:pathLst>
                <a:path w="1491" h="88">
                  <a:moveTo>
                    <a:pt x="0" y="84"/>
                  </a:moveTo>
                  <a:lnTo>
                    <a:pt x="223" y="0"/>
                  </a:lnTo>
                  <a:lnTo>
                    <a:pt x="1491" y="0"/>
                  </a:lnTo>
                  <a:lnTo>
                    <a:pt x="1488" y="60"/>
                  </a:lnTo>
                  <a:lnTo>
                    <a:pt x="383" y="59"/>
                  </a:lnTo>
                  <a:lnTo>
                    <a:pt x="273" y="88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grpSp>
        <p:nvGrpSpPr>
          <p:cNvPr id="14" name="Group 7"/>
          <p:cNvGrpSpPr>
            <a:grpSpLocks/>
          </p:cNvGrpSpPr>
          <p:nvPr/>
        </p:nvGrpSpPr>
        <p:grpSpPr bwMode="auto">
          <a:xfrm rot="10800000">
            <a:off x="6003925" y="1778006"/>
            <a:ext cx="2768600" cy="779463"/>
            <a:chOff x="1566" y="164"/>
            <a:chExt cx="1455" cy="425"/>
          </a:xfrm>
        </p:grpSpPr>
        <p:sp>
          <p:nvSpPr>
            <p:cNvPr id="15" name="Freeform 8"/>
            <p:cNvSpPr>
              <a:spLocks/>
            </p:cNvSpPr>
            <p:nvPr/>
          </p:nvSpPr>
          <p:spPr bwMode="gray">
            <a:xfrm>
              <a:off x="1892" y="468"/>
              <a:ext cx="38" cy="121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35" y="36"/>
                </a:cxn>
                <a:cxn ang="0">
                  <a:pos x="30" y="36"/>
                </a:cxn>
                <a:cxn ang="0">
                  <a:pos x="22" y="34"/>
                </a:cxn>
                <a:cxn ang="0">
                  <a:pos x="15" y="30"/>
                </a:cxn>
                <a:cxn ang="0">
                  <a:pos x="7" y="23"/>
                </a:cxn>
                <a:cxn ang="0">
                  <a:pos x="3" y="1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15" y="3"/>
                </a:cxn>
                <a:cxn ang="0">
                  <a:pos x="23" y="5"/>
                </a:cxn>
                <a:cxn ang="0">
                  <a:pos x="30" y="11"/>
                </a:cxn>
                <a:cxn ang="0">
                  <a:pos x="37" y="20"/>
                </a:cxn>
                <a:cxn ang="0">
                  <a:pos x="39" y="34"/>
                </a:cxn>
                <a:cxn ang="0">
                  <a:pos x="39" y="121"/>
                </a:cxn>
                <a:cxn ang="0">
                  <a:pos x="37" y="121"/>
                </a:cxn>
                <a:cxn ang="0">
                  <a:pos x="37" y="36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gray">
            <a:xfrm>
              <a:off x="2271" y="451"/>
              <a:ext cx="45" cy="139"/>
            </a:xfrm>
            <a:custGeom>
              <a:avLst/>
              <a:gdLst/>
              <a:ahLst/>
              <a:cxnLst>
                <a:cxn ang="0">
                  <a:pos x="3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20" y="39"/>
                </a:cxn>
                <a:cxn ang="0">
                  <a:pos x="29" y="35"/>
                </a:cxn>
                <a:cxn ang="0">
                  <a:pos x="37" y="27"/>
                </a:cxn>
                <a:cxn ang="0">
                  <a:pos x="43" y="17"/>
                </a:cxn>
                <a:cxn ang="0">
                  <a:pos x="45" y="2"/>
                </a:cxn>
                <a:cxn ang="0">
                  <a:pos x="43" y="0"/>
                </a:cxn>
                <a:cxn ang="0">
                  <a:pos x="37" y="2"/>
                </a:cxn>
                <a:cxn ang="0">
                  <a:pos x="29" y="3"/>
                </a:cxn>
                <a:cxn ang="0">
                  <a:pos x="19" y="7"/>
                </a:cxn>
                <a:cxn ang="0">
                  <a:pos x="11" y="14"/>
                </a:cxn>
                <a:cxn ang="0">
                  <a:pos x="4" y="23"/>
                </a:cxn>
                <a:cxn ang="0">
                  <a:pos x="0" y="39"/>
                </a:cxn>
                <a:cxn ang="0">
                  <a:pos x="0" y="139"/>
                </a:cxn>
                <a:cxn ang="0">
                  <a:pos x="3" y="139"/>
                </a:cxn>
                <a:cxn ang="0">
                  <a:pos x="3" y="42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gray">
            <a:xfrm>
              <a:off x="1766" y="378"/>
              <a:ext cx="146" cy="211"/>
            </a:xfrm>
            <a:custGeom>
              <a:avLst/>
              <a:gdLst/>
              <a:ahLst/>
              <a:cxnLst>
                <a:cxn ang="0">
                  <a:pos x="68" y="67"/>
                </a:cxn>
                <a:cxn ang="0">
                  <a:pos x="67" y="67"/>
                </a:cxn>
                <a:cxn ang="0">
                  <a:pos x="60" y="66"/>
                </a:cxn>
                <a:cxn ang="0">
                  <a:pos x="50" y="64"/>
                </a:cxn>
                <a:cxn ang="0">
                  <a:pos x="41" y="62"/>
                </a:cxn>
                <a:cxn ang="0">
                  <a:pos x="29" y="55"/>
                </a:cxn>
                <a:cxn ang="0">
                  <a:pos x="18" y="47"/>
                </a:cxn>
                <a:cxn ang="0">
                  <a:pos x="10" y="35"/>
                </a:cxn>
                <a:cxn ang="0">
                  <a:pos x="3" y="2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10" y="0"/>
                </a:cxn>
                <a:cxn ang="0">
                  <a:pos x="19" y="0"/>
                </a:cxn>
                <a:cxn ang="0">
                  <a:pos x="30" y="2"/>
                </a:cxn>
                <a:cxn ang="0">
                  <a:pos x="41" y="6"/>
                </a:cxn>
                <a:cxn ang="0">
                  <a:pos x="53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5" y="45"/>
                </a:cxn>
                <a:cxn ang="0">
                  <a:pos x="79" y="36"/>
                </a:cxn>
                <a:cxn ang="0">
                  <a:pos x="84" y="25"/>
                </a:cxn>
                <a:cxn ang="0">
                  <a:pos x="92" y="16"/>
                </a:cxn>
                <a:cxn ang="0">
                  <a:pos x="106" y="8"/>
                </a:cxn>
                <a:cxn ang="0">
                  <a:pos x="123" y="2"/>
                </a:cxn>
                <a:cxn ang="0">
                  <a:pos x="146" y="0"/>
                </a:cxn>
                <a:cxn ang="0">
                  <a:pos x="145" y="2"/>
                </a:cxn>
                <a:cxn ang="0">
                  <a:pos x="145" y="8"/>
                </a:cxn>
                <a:cxn ang="0">
                  <a:pos x="143" y="17"/>
                </a:cxn>
                <a:cxn ang="0">
                  <a:pos x="139" y="28"/>
                </a:cxn>
                <a:cxn ang="0">
                  <a:pos x="134" y="39"/>
                </a:cxn>
                <a:cxn ang="0">
                  <a:pos x="126" y="49"/>
                </a:cxn>
                <a:cxn ang="0">
                  <a:pos x="114" y="59"/>
                </a:cxn>
                <a:cxn ang="0">
                  <a:pos x="98" y="64"/>
                </a:cxn>
                <a:cxn ang="0">
                  <a:pos x="79" y="67"/>
                </a:cxn>
                <a:cxn ang="0">
                  <a:pos x="79" y="211"/>
                </a:cxn>
                <a:cxn ang="0">
                  <a:pos x="68" y="211"/>
                </a:cxn>
                <a:cxn ang="0">
                  <a:pos x="68" y="67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8" name="Freeform 11"/>
            <p:cNvSpPr>
              <a:spLocks/>
            </p:cNvSpPr>
            <p:nvPr/>
          </p:nvSpPr>
          <p:spPr bwMode="gray">
            <a:xfrm>
              <a:off x="2792" y="378"/>
              <a:ext cx="143" cy="211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6" y="67"/>
                </a:cxn>
                <a:cxn ang="0">
                  <a:pos x="59" y="66"/>
                </a:cxn>
                <a:cxn ang="0">
                  <a:pos x="50" y="64"/>
                </a:cxn>
                <a:cxn ang="0">
                  <a:pos x="39" y="62"/>
                </a:cxn>
                <a:cxn ang="0">
                  <a:pos x="28" y="55"/>
                </a:cxn>
                <a:cxn ang="0">
                  <a:pos x="17" y="47"/>
                </a:cxn>
                <a:cxn ang="0">
                  <a:pos x="9" y="35"/>
                </a:cxn>
                <a:cxn ang="0">
                  <a:pos x="2" y="2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9" y="0"/>
                </a:cxn>
                <a:cxn ang="0">
                  <a:pos x="17" y="0"/>
                </a:cxn>
                <a:cxn ang="0">
                  <a:pos x="28" y="2"/>
                </a:cxn>
                <a:cxn ang="0">
                  <a:pos x="40" y="6"/>
                </a:cxn>
                <a:cxn ang="0">
                  <a:pos x="51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4" y="45"/>
                </a:cxn>
                <a:cxn ang="0">
                  <a:pos x="77" y="36"/>
                </a:cxn>
                <a:cxn ang="0">
                  <a:pos x="82" y="25"/>
                </a:cxn>
                <a:cxn ang="0">
                  <a:pos x="91" y="16"/>
                </a:cxn>
                <a:cxn ang="0">
                  <a:pos x="105" y="8"/>
                </a:cxn>
                <a:cxn ang="0">
                  <a:pos x="121" y="2"/>
                </a:cxn>
                <a:cxn ang="0">
                  <a:pos x="144" y="0"/>
                </a:cxn>
                <a:cxn ang="0">
                  <a:pos x="144" y="2"/>
                </a:cxn>
                <a:cxn ang="0">
                  <a:pos x="144" y="8"/>
                </a:cxn>
                <a:cxn ang="0">
                  <a:pos x="141" y="17"/>
                </a:cxn>
                <a:cxn ang="0">
                  <a:pos x="139" y="28"/>
                </a:cxn>
                <a:cxn ang="0">
                  <a:pos x="133" y="39"/>
                </a:cxn>
                <a:cxn ang="0">
                  <a:pos x="125" y="49"/>
                </a:cxn>
                <a:cxn ang="0">
                  <a:pos x="113" y="59"/>
                </a:cxn>
                <a:cxn ang="0">
                  <a:pos x="97" y="64"/>
                </a:cxn>
                <a:cxn ang="0">
                  <a:pos x="77" y="67"/>
                </a:cxn>
                <a:cxn ang="0">
                  <a:pos x="77" y="211"/>
                </a:cxn>
                <a:cxn ang="0">
                  <a:pos x="67" y="211"/>
                </a:cxn>
                <a:cxn ang="0">
                  <a:pos x="67" y="67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gray">
            <a:xfrm>
              <a:off x="2631" y="457"/>
              <a:ext cx="88" cy="132"/>
            </a:xfrm>
            <a:custGeom>
              <a:avLst/>
              <a:gdLst/>
              <a:ahLst/>
              <a:cxnLst>
                <a:cxn ang="0">
                  <a:pos x="42" y="43"/>
                </a:cxn>
                <a:cxn ang="0">
                  <a:pos x="39" y="42"/>
                </a:cxn>
                <a:cxn ang="0">
                  <a:pos x="33" y="42"/>
                </a:cxn>
                <a:cxn ang="0">
                  <a:pos x="25" y="39"/>
                </a:cxn>
                <a:cxn ang="0">
                  <a:pos x="16" y="35"/>
                </a:cxn>
                <a:cxn ang="0">
                  <a:pos x="8" y="27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6" y="0"/>
                </a:cxn>
                <a:cxn ang="0">
                  <a:pos x="12" y="1"/>
                </a:cxn>
                <a:cxn ang="0">
                  <a:pos x="21" y="3"/>
                </a:cxn>
                <a:cxn ang="0">
                  <a:pos x="29" y="8"/>
                </a:cxn>
                <a:cxn ang="0">
                  <a:pos x="37" y="15"/>
                </a:cxn>
                <a:cxn ang="0">
                  <a:pos x="42" y="26"/>
                </a:cxn>
                <a:cxn ang="0">
                  <a:pos x="45" y="39"/>
                </a:cxn>
                <a:cxn ang="0">
                  <a:pos x="45" y="38"/>
                </a:cxn>
                <a:cxn ang="0">
                  <a:pos x="45" y="34"/>
                </a:cxn>
                <a:cxn ang="0">
                  <a:pos x="46" y="27"/>
                </a:cxn>
                <a:cxn ang="0">
                  <a:pos x="49" y="20"/>
                </a:cxn>
                <a:cxn ang="0">
                  <a:pos x="54" y="14"/>
                </a:cxn>
                <a:cxn ang="0">
                  <a:pos x="62" y="7"/>
                </a:cxn>
                <a:cxn ang="0">
                  <a:pos x="73" y="3"/>
                </a:cxn>
                <a:cxn ang="0">
                  <a:pos x="89" y="0"/>
                </a:cxn>
                <a:cxn ang="0">
                  <a:pos x="89" y="3"/>
                </a:cxn>
                <a:cxn ang="0">
                  <a:pos x="88" y="10"/>
                </a:cxn>
                <a:cxn ang="0">
                  <a:pos x="87" y="18"/>
                </a:cxn>
                <a:cxn ang="0">
                  <a:pos x="81" y="26"/>
                </a:cxn>
                <a:cxn ang="0">
                  <a:pos x="74" y="34"/>
                </a:cxn>
                <a:cxn ang="0">
                  <a:pos x="64" y="41"/>
                </a:cxn>
                <a:cxn ang="0">
                  <a:pos x="47" y="43"/>
                </a:cxn>
                <a:cxn ang="0">
                  <a:pos x="47" y="132"/>
                </a:cxn>
                <a:cxn ang="0">
                  <a:pos x="42" y="132"/>
                </a:cxn>
                <a:cxn ang="0">
                  <a:pos x="42" y="43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gray">
            <a:xfrm>
              <a:off x="2431" y="404"/>
              <a:ext cx="88" cy="186"/>
            </a:xfrm>
            <a:custGeom>
              <a:avLst/>
              <a:gdLst/>
              <a:ahLst/>
              <a:cxnLst>
                <a:cxn ang="0">
                  <a:pos x="43" y="43"/>
                </a:cxn>
                <a:cxn ang="0">
                  <a:pos x="41" y="43"/>
                </a:cxn>
                <a:cxn ang="0">
                  <a:pos x="35" y="43"/>
                </a:cxn>
                <a:cxn ang="0">
                  <a:pos x="27" y="41"/>
                </a:cxn>
                <a:cxn ang="0">
                  <a:pos x="18" y="35"/>
                </a:cxn>
                <a:cxn ang="0">
                  <a:pos x="8" y="28"/>
                </a:cxn>
                <a:cxn ang="0">
                  <a:pos x="3" y="1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8" y="0"/>
                </a:cxn>
                <a:cxn ang="0">
                  <a:pos x="17" y="1"/>
                </a:cxn>
                <a:cxn ang="0">
                  <a:pos x="26" y="6"/>
                </a:cxn>
                <a:cxn ang="0">
                  <a:pos x="35" y="12"/>
                </a:cxn>
                <a:cxn ang="0">
                  <a:pos x="42" y="24"/>
                </a:cxn>
                <a:cxn ang="0">
                  <a:pos x="48" y="41"/>
                </a:cxn>
                <a:cxn ang="0">
                  <a:pos x="48" y="90"/>
                </a:cxn>
                <a:cxn ang="0">
                  <a:pos x="48" y="88"/>
                </a:cxn>
                <a:cxn ang="0">
                  <a:pos x="48" y="82"/>
                </a:cxn>
                <a:cxn ang="0">
                  <a:pos x="50" y="74"/>
                </a:cxn>
                <a:cxn ang="0">
                  <a:pos x="54" y="66"/>
                </a:cxn>
                <a:cxn ang="0">
                  <a:pos x="61" y="58"/>
                </a:cxn>
                <a:cxn ang="0">
                  <a:pos x="72" y="53"/>
                </a:cxn>
                <a:cxn ang="0">
                  <a:pos x="87" y="50"/>
                </a:cxn>
                <a:cxn ang="0">
                  <a:pos x="88" y="51"/>
                </a:cxn>
                <a:cxn ang="0">
                  <a:pos x="88" y="57"/>
                </a:cxn>
                <a:cxn ang="0">
                  <a:pos x="87" y="64"/>
                </a:cxn>
                <a:cxn ang="0">
                  <a:pos x="84" y="72"/>
                </a:cxn>
                <a:cxn ang="0">
                  <a:pos x="80" y="80"/>
                </a:cxn>
                <a:cxn ang="0">
                  <a:pos x="73" y="86"/>
                </a:cxn>
                <a:cxn ang="0">
                  <a:pos x="62" y="92"/>
                </a:cxn>
                <a:cxn ang="0">
                  <a:pos x="48" y="93"/>
                </a:cxn>
                <a:cxn ang="0">
                  <a:pos x="48" y="186"/>
                </a:cxn>
                <a:cxn ang="0">
                  <a:pos x="43" y="186"/>
                </a:cxn>
                <a:cxn ang="0">
                  <a:pos x="43" y="143"/>
                </a:cxn>
                <a:cxn ang="0">
                  <a:pos x="42" y="143"/>
                </a:cxn>
                <a:cxn ang="0">
                  <a:pos x="37" y="142"/>
                </a:cxn>
                <a:cxn ang="0">
                  <a:pos x="29" y="140"/>
                </a:cxn>
                <a:cxn ang="0">
                  <a:pos x="22" y="136"/>
                </a:cxn>
                <a:cxn ang="0">
                  <a:pos x="14" y="130"/>
                </a:cxn>
                <a:cxn ang="0">
                  <a:pos x="8" y="120"/>
                </a:cxn>
                <a:cxn ang="0">
                  <a:pos x="7" y="105"/>
                </a:cxn>
                <a:cxn ang="0">
                  <a:pos x="8" y="105"/>
                </a:cxn>
                <a:cxn ang="0">
                  <a:pos x="12" y="107"/>
                </a:cxn>
                <a:cxn ang="0">
                  <a:pos x="19" y="108"/>
                </a:cxn>
                <a:cxn ang="0">
                  <a:pos x="26" y="111"/>
                </a:cxn>
                <a:cxn ang="0">
                  <a:pos x="34" y="117"/>
                </a:cxn>
                <a:cxn ang="0">
                  <a:pos x="39" y="127"/>
                </a:cxn>
                <a:cxn ang="0">
                  <a:pos x="43" y="140"/>
                </a:cxn>
                <a:cxn ang="0">
                  <a:pos x="43" y="43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1" name="Freeform 14"/>
            <p:cNvSpPr>
              <a:spLocks/>
            </p:cNvSpPr>
            <p:nvPr/>
          </p:nvSpPr>
          <p:spPr bwMode="gray">
            <a:xfrm>
              <a:off x="1915" y="234"/>
              <a:ext cx="166" cy="356"/>
            </a:xfrm>
            <a:custGeom>
              <a:avLst/>
              <a:gdLst/>
              <a:ahLst/>
              <a:cxnLst>
                <a:cxn ang="0">
                  <a:pos x="85" y="84"/>
                </a:cxn>
                <a:cxn ang="0">
                  <a:pos x="101" y="81"/>
                </a:cxn>
                <a:cxn ang="0">
                  <a:pos x="124" y="73"/>
                </a:cxn>
                <a:cxn ang="0">
                  <a:pos x="148" y="56"/>
                </a:cxn>
                <a:cxn ang="0">
                  <a:pos x="163" y="23"/>
                </a:cxn>
                <a:cxn ang="0">
                  <a:pos x="163" y="0"/>
                </a:cxn>
                <a:cxn ang="0">
                  <a:pos x="148" y="0"/>
                </a:cxn>
                <a:cxn ang="0">
                  <a:pos x="125" y="6"/>
                </a:cxn>
                <a:cxn ang="0">
                  <a:pos x="101" y="22"/>
                </a:cxn>
                <a:cxn ang="0">
                  <a:pos x="82" y="54"/>
                </a:cxn>
                <a:cxn ang="0">
                  <a:pos x="77" y="173"/>
                </a:cxn>
                <a:cxn ang="0">
                  <a:pos x="77" y="165"/>
                </a:cxn>
                <a:cxn ang="0">
                  <a:pos x="71" y="146"/>
                </a:cxn>
                <a:cxn ang="0">
                  <a:pos x="60" y="123"/>
                </a:cxn>
                <a:cxn ang="0">
                  <a:pos x="38" y="104"/>
                </a:cxn>
                <a:cxn ang="0">
                  <a:pos x="0" y="96"/>
                </a:cxn>
                <a:cxn ang="0">
                  <a:pos x="0" y="103"/>
                </a:cxn>
                <a:cxn ang="0">
                  <a:pos x="0" y="120"/>
                </a:cxn>
                <a:cxn ang="0">
                  <a:pos x="8" y="143"/>
                </a:cxn>
                <a:cxn ang="0">
                  <a:pos x="24" y="163"/>
                </a:cxn>
                <a:cxn ang="0">
                  <a:pos x="55" y="177"/>
                </a:cxn>
                <a:cxn ang="0">
                  <a:pos x="77" y="356"/>
                </a:cxn>
                <a:cxn ang="0">
                  <a:pos x="82" y="274"/>
                </a:cxn>
                <a:cxn ang="0">
                  <a:pos x="91" y="273"/>
                </a:cxn>
                <a:cxn ang="0">
                  <a:pos x="112" y="267"/>
                </a:cxn>
                <a:cxn ang="0">
                  <a:pos x="135" y="252"/>
                </a:cxn>
                <a:cxn ang="0">
                  <a:pos x="151" y="224"/>
                </a:cxn>
                <a:cxn ang="0">
                  <a:pos x="152" y="203"/>
                </a:cxn>
                <a:cxn ang="0">
                  <a:pos x="137" y="204"/>
                </a:cxn>
                <a:cxn ang="0">
                  <a:pos x="117" y="211"/>
                </a:cxn>
                <a:cxn ang="0">
                  <a:pos x="97" y="231"/>
                </a:cxn>
                <a:cxn ang="0">
                  <a:pos x="82" y="267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2" name="Freeform 15"/>
            <p:cNvSpPr>
              <a:spLocks/>
            </p:cNvSpPr>
            <p:nvPr/>
          </p:nvSpPr>
          <p:spPr bwMode="gray">
            <a:xfrm>
              <a:off x="2515" y="380"/>
              <a:ext cx="93" cy="210"/>
            </a:xfrm>
            <a:custGeom>
              <a:avLst/>
              <a:gdLst/>
              <a:ahLst/>
              <a:cxnLst>
                <a:cxn ang="0">
                  <a:pos x="43" y="162"/>
                </a:cxn>
                <a:cxn ang="0">
                  <a:pos x="36" y="160"/>
                </a:cxn>
                <a:cxn ang="0">
                  <a:pos x="23" y="155"/>
                </a:cxn>
                <a:cxn ang="0">
                  <a:pos x="12" y="141"/>
                </a:cxn>
                <a:cxn ang="0">
                  <a:pos x="12" y="129"/>
                </a:cxn>
                <a:cxn ang="0">
                  <a:pos x="23" y="132"/>
                </a:cxn>
                <a:cxn ang="0">
                  <a:pos x="38" y="145"/>
                </a:cxn>
                <a:cxn ang="0">
                  <a:pos x="43" y="108"/>
                </a:cxn>
                <a:cxn ang="0">
                  <a:pos x="35" y="106"/>
                </a:cxn>
                <a:cxn ang="0">
                  <a:pos x="20" y="101"/>
                </a:cxn>
                <a:cxn ang="0">
                  <a:pos x="7" y="83"/>
                </a:cxn>
                <a:cxn ang="0">
                  <a:pos x="7" y="70"/>
                </a:cxn>
                <a:cxn ang="0">
                  <a:pos x="17" y="71"/>
                </a:cxn>
                <a:cxn ang="0">
                  <a:pos x="31" y="81"/>
                </a:cxn>
                <a:cxn ang="0">
                  <a:pos x="43" y="105"/>
                </a:cxn>
                <a:cxn ang="0">
                  <a:pos x="40" y="43"/>
                </a:cxn>
                <a:cxn ang="0">
                  <a:pos x="26" y="39"/>
                </a:cxn>
                <a:cxn ang="0">
                  <a:pos x="8" y="27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23" y="5"/>
                </a:cxn>
                <a:cxn ang="0">
                  <a:pos x="39" y="23"/>
                </a:cxn>
                <a:cxn ang="0">
                  <a:pos x="46" y="38"/>
                </a:cxn>
                <a:cxn ang="0">
                  <a:pos x="51" y="24"/>
                </a:cxn>
                <a:cxn ang="0">
                  <a:pos x="66" y="8"/>
                </a:cxn>
                <a:cxn ang="0">
                  <a:pos x="92" y="0"/>
                </a:cxn>
                <a:cxn ang="0">
                  <a:pos x="90" y="8"/>
                </a:cxn>
                <a:cxn ang="0">
                  <a:pos x="82" y="25"/>
                </a:cxn>
                <a:cxn ang="0">
                  <a:pos x="63" y="40"/>
                </a:cxn>
                <a:cxn ang="0">
                  <a:pos x="49" y="124"/>
                </a:cxn>
                <a:cxn ang="0">
                  <a:pos x="50" y="116"/>
                </a:cxn>
                <a:cxn ang="0">
                  <a:pos x="59" y="100"/>
                </a:cxn>
                <a:cxn ang="0">
                  <a:pos x="81" y="92"/>
                </a:cxn>
                <a:cxn ang="0">
                  <a:pos x="80" y="98"/>
                </a:cxn>
                <a:cxn ang="0">
                  <a:pos x="73" y="114"/>
                </a:cxn>
                <a:cxn ang="0">
                  <a:pos x="59" y="127"/>
                </a:cxn>
                <a:cxn ang="0">
                  <a:pos x="49" y="210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gray">
            <a:xfrm>
              <a:off x="1567" y="298"/>
              <a:ext cx="128" cy="292"/>
            </a:xfrm>
            <a:custGeom>
              <a:avLst/>
              <a:gdLst/>
              <a:ahLst/>
              <a:cxnLst>
                <a:cxn ang="0">
                  <a:pos x="61" y="225"/>
                </a:cxn>
                <a:cxn ang="0">
                  <a:pos x="54" y="225"/>
                </a:cxn>
                <a:cxn ang="0">
                  <a:pos x="38" y="219"/>
                </a:cxn>
                <a:cxn ang="0">
                  <a:pos x="23" y="206"/>
                </a:cxn>
                <a:cxn ang="0">
                  <a:pos x="15" y="180"/>
                </a:cxn>
                <a:cxn ang="0">
                  <a:pos x="23" y="180"/>
                </a:cxn>
                <a:cxn ang="0">
                  <a:pos x="38" y="186"/>
                </a:cxn>
                <a:cxn ang="0">
                  <a:pos x="54" y="205"/>
                </a:cxn>
                <a:cxn ang="0">
                  <a:pos x="61" y="151"/>
                </a:cxn>
                <a:cxn ang="0">
                  <a:pos x="52" y="149"/>
                </a:cxn>
                <a:cxn ang="0">
                  <a:pos x="34" y="144"/>
                </a:cxn>
                <a:cxn ang="0">
                  <a:pos x="16" y="128"/>
                </a:cxn>
                <a:cxn ang="0">
                  <a:pos x="8" y="98"/>
                </a:cxn>
                <a:cxn ang="0">
                  <a:pos x="15" y="97"/>
                </a:cxn>
                <a:cxn ang="0">
                  <a:pos x="29" y="101"/>
                </a:cxn>
                <a:cxn ang="0">
                  <a:pos x="47" y="116"/>
                </a:cxn>
                <a:cxn ang="0">
                  <a:pos x="61" y="147"/>
                </a:cxn>
                <a:cxn ang="0">
                  <a:pos x="58" y="60"/>
                </a:cxn>
                <a:cxn ang="0">
                  <a:pos x="44" y="58"/>
                </a:cxn>
                <a:cxn ang="0">
                  <a:pos x="25" y="50"/>
                </a:cxn>
                <a:cxn ang="0">
                  <a:pos x="8" y="32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27" y="5"/>
                </a:cxn>
                <a:cxn ang="0">
                  <a:pos x="48" y="21"/>
                </a:cxn>
                <a:cxn ang="0">
                  <a:pos x="65" y="56"/>
                </a:cxn>
                <a:cxn ang="0">
                  <a:pos x="66" y="48"/>
                </a:cxn>
                <a:cxn ang="0">
                  <a:pos x="77" y="28"/>
                </a:cxn>
                <a:cxn ang="0">
                  <a:pos x="96" y="9"/>
                </a:cxn>
                <a:cxn ang="0">
                  <a:pos x="128" y="0"/>
                </a:cxn>
                <a:cxn ang="0">
                  <a:pos x="127" y="9"/>
                </a:cxn>
                <a:cxn ang="0">
                  <a:pos x="119" y="31"/>
                </a:cxn>
                <a:cxn ang="0">
                  <a:pos x="101" y="51"/>
                </a:cxn>
                <a:cxn ang="0">
                  <a:pos x="67" y="60"/>
                </a:cxn>
                <a:cxn ang="0">
                  <a:pos x="69" y="170"/>
                </a:cxn>
                <a:cxn ang="0">
                  <a:pos x="73" y="155"/>
                </a:cxn>
                <a:cxn ang="0">
                  <a:pos x="86" y="136"/>
                </a:cxn>
                <a:cxn ang="0">
                  <a:pos x="113" y="128"/>
                </a:cxn>
                <a:cxn ang="0">
                  <a:pos x="112" y="136"/>
                </a:cxn>
                <a:cxn ang="0">
                  <a:pos x="105" y="153"/>
                </a:cxn>
                <a:cxn ang="0">
                  <a:pos x="92" y="172"/>
                </a:cxn>
                <a:cxn ang="0">
                  <a:pos x="67" y="180"/>
                </a:cxn>
                <a:cxn ang="0">
                  <a:pos x="61" y="292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4" name="Freeform 17"/>
            <p:cNvSpPr>
              <a:spLocks/>
            </p:cNvSpPr>
            <p:nvPr/>
          </p:nvSpPr>
          <p:spPr bwMode="gray">
            <a:xfrm>
              <a:off x="2597" y="333"/>
              <a:ext cx="68" cy="257"/>
            </a:xfrm>
            <a:custGeom>
              <a:avLst/>
              <a:gdLst/>
              <a:ahLst/>
              <a:cxnLst>
                <a:cxn ang="0">
                  <a:pos x="31" y="164"/>
                </a:cxn>
                <a:cxn ang="0">
                  <a:pos x="23" y="163"/>
                </a:cxn>
                <a:cxn ang="0">
                  <a:pos x="8" y="155"/>
                </a:cxn>
                <a:cxn ang="0">
                  <a:pos x="0" y="132"/>
                </a:cxn>
                <a:cxn ang="0">
                  <a:pos x="7" y="132"/>
                </a:cxn>
                <a:cxn ang="0">
                  <a:pos x="22" y="139"/>
                </a:cxn>
                <a:cxn ang="0">
                  <a:pos x="31" y="160"/>
                </a:cxn>
                <a:cxn ang="0">
                  <a:pos x="29" y="101"/>
                </a:cxn>
                <a:cxn ang="0">
                  <a:pos x="16" y="97"/>
                </a:cxn>
                <a:cxn ang="0">
                  <a:pos x="3" y="83"/>
                </a:cxn>
                <a:cxn ang="0">
                  <a:pos x="3" y="70"/>
                </a:cxn>
                <a:cxn ang="0">
                  <a:pos x="15" y="74"/>
                </a:cxn>
                <a:cxn ang="0">
                  <a:pos x="27" y="86"/>
                </a:cxn>
                <a:cxn ang="0">
                  <a:pos x="31" y="31"/>
                </a:cxn>
                <a:cxn ang="0">
                  <a:pos x="33" y="23"/>
                </a:cxn>
                <a:cxn ang="0">
                  <a:pos x="41" y="8"/>
                </a:cxn>
                <a:cxn ang="0">
                  <a:pos x="62" y="0"/>
                </a:cxn>
                <a:cxn ang="0">
                  <a:pos x="61" y="8"/>
                </a:cxn>
                <a:cxn ang="0">
                  <a:pos x="53" y="23"/>
                </a:cxn>
                <a:cxn ang="0">
                  <a:pos x="35" y="31"/>
                </a:cxn>
                <a:cxn ang="0">
                  <a:pos x="35" y="75"/>
                </a:cxn>
                <a:cxn ang="0">
                  <a:pos x="39" y="62"/>
                </a:cxn>
                <a:cxn ang="0">
                  <a:pos x="54" y="48"/>
                </a:cxn>
                <a:cxn ang="0">
                  <a:pos x="68" y="48"/>
                </a:cxn>
                <a:cxn ang="0">
                  <a:pos x="66" y="59"/>
                </a:cxn>
                <a:cxn ang="0">
                  <a:pos x="58" y="72"/>
                </a:cxn>
                <a:cxn ang="0">
                  <a:pos x="35" y="82"/>
                </a:cxn>
                <a:cxn ang="0">
                  <a:pos x="35" y="143"/>
                </a:cxn>
                <a:cxn ang="0">
                  <a:pos x="38" y="132"/>
                </a:cxn>
                <a:cxn ang="0">
                  <a:pos x="49" y="122"/>
                </a:cxn>
                <a:cxn ang="0">
                  <a:pos x="60" y="122"/>
                </a:cxn>
                <a:cxn ang="0">
                  <a:pos x="58" y="133"/>
                </a:cxn>
                <a:cxn ang="0">
                  <a:pos x="47" y="144"/>
                </a:cxn>
                <a:cxn ang="0">
                  <a:pos x="35" y="25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5" name="Freeform 18"/>
            <p:cNvSpPr>
              <a:spLocks/>
            </p:cNvSpPr>
            <p:nvPr/>
          </p:nvSpPr>
          <p:spPr bwMode="gray">
            <a:xfrm>
              <a:off x="1673" y="165"/>
              <a:ext cx="111" cy="425"/>
            </a:xfrm>
            <a:custGeom>
              <a:avLst/>
              <a:gdLst/>
              <a:ahLst/>
              <a:cxnLst>
                <a:cxn ang="0">
                  <a:pos x="52" y="272"/>
                </a:cxn>
                <a:cxn ang="0">
                  <a:pos x="44" y="270"/>
                </a:cxn>
                <a:cxn ang="0">
                  <a:pos x="26" y="265"/>
                </a:cxn>
                <a:cxn ang="0">
                  <a:pos x="8" y="249"/>
                </a:cxn>
                <a:cxn ang="0">
                  <a:pos x="0" y="219"/>
                </a:cxn>
                <a:cxn ang="0">
                  <a:pos x="8" y="219"/>
                </a:cxn>
                <a:cxn ang="0">
                  <a:pos x="25" y="223"/>
                </a:cxn>
                <a:cxn ang="0">
                  <a:pos x="41" y="235"/>
                </a:cxn>
                <a:cxn ang="0">
                  <a:pos x="52" y="265"/>
                </a:cxn>
                <a:cxn ang="0">
                  <a:pos x="50" y="168"/>
                </a:cxn>
                <a:cxn ang="0">
                  <a:pos x="35" y="165"/>
                </a:cxn>
                <a:cxn ang="0">
                  <a:pos x="17" y="156"/>
                </a:cxn>
                <a:cxn ang="0">
                  <a:pos x="3" y="134"/>
                </a:cxn>
                <a:cxn ang="0">
                  <a:pos x="3" y="116"/>
                </a:cxn>
                <a:cxn ang="0">
                  <a:pos x="19" y="120"/>
                </a:cxn>
                <a:cxn ang="0">
                  <a:pos x="39" y="133"/>
                </a:cxn>
                <a:cxn ang="0">
                  <a:pos x="52" y="161"/>
                </a:cxn>
                <a:cxn ang="0">
                  <a:pos x="53" y="50"/>
                </a:cxn>
                <a:cxn ang="0">
                  <a:pos x="54" y="36"/>
                </a:cxn>
                <a:cxn ang="0">
                  <a:pos x="65" y="17"/>
                </a:cxn>
                <a:cxn ang="0">
                  <a:pos x="87" y="3"/>
                </a:cxn>
                <a:cxn ang="0">
                  <a:pos x="103" y="3"/>
                </a:cxn>
                <a:cxn ang="0">
                  <a:pos x="99" y="21"/>
                </a:cxn>
                <a:cxn ang="0">
                  <a:pos x="84" y="42"/>
                </a:cxn>
                <a:cxn ang="0">
                  <a:pos x="58" y="52"/>
                </a:cxn>
                <a:cxn ang="0">
                  <a:pos x="58" y="127"/>
                </a:cxn>
                <a:cxn ang="0">
                  <a:pos x="61" y="112"/>
                </a:cxn>
                <a:cxn ang="0">
                  <a:pos x="72" y="94"/>
                </a:cxn>
                <a:cxn ang="0">
                  <a:pos x="93" y="80"/>
                </a:cxn>
                <a:cxn ang="0">
                  <a:pos x="111" y="80"/>
                </a:cxn>
                <a:cxn ang="0">
                  <a:pos x="111" y="91"/>
                </a:cxn>
                <a:cxn ang="0">
                  <a:pos x="107" y="108"/>
                </a:cxn>
                <a:cxn ang="0">
                  <a:pos x="91" y="126"/>
                </a:cxn>
                <a:cxn ang="0">
                  <a:pos x="58" y="135"/>
                </a:cxn>
                <a:cxn ang="0">
                  <a:pos x="58" y="236"/>
                </a:cxn>
                <a:cxn ang="0">
                  <a:pos x="61" y="223"/>
                </a:cxn>
                <a:cxn ang="0">
                  <a:pos x="73" y="208"/>
                </a:cxn>
                <a:cxn ang="0">
                  <a:pos x="97" y="200"/>
                </a:cxn>
                <a:cxn ang="0">
                  <a:pos x="99" y="207"/>
                </a:cxn>
                <a:cxn ang="0">
                  <a:pos x="97" y="220"/>
                </a:cxn>
                <a:cxn ang="0">
                  <a:pos x="87" y="235"/>
                </a:cxn>
                <a:cxn ang="0">
                  <a:pos x="58" y="245"/>
                </a:cxn>
                <a:cxn ang="0">
                  <a:pos x="52" y="42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6" name="Freeform 19"/>
            <p:cNvSpPr>
              <a:spLocks/>
            </p:cNvSpPr>
            <p:nvPr/>
          </p:nvSpPr>
          <p:spPr bwMode="gray">
            <a:xfrm>
              <a:off x="2065" y="362"/>
              <a:ext cx="100" cy="228"/>
            </a:xfrm>
            <a:custGeom>
              <a:avLst/>
              <a:gdLst/>
              <a:ahLst/>
              <a:cxnLst>
                <a:cxn ang="0">
                  <a:pos x="52" y="176"/>
                </a:cxn>
                <a:cxn ang="0">
                  <a:pos x="59" y="176"/>
                </a:cxn>
                <a:cxn ang="0">
                  <a:pos x="74" y="169"/>
                </a:cxn>
                <a:cxn ang="0">
                  <a:pos x="86" y="154"/>
                </a:cxn>
                <a:cxn ang="0">
                  <a:pos x="86" y="141"/>
                </a:cxn>
                <a:cxn ang="0">
                  <a:pos x="74" y="143"/>
                </a:cxn>
                <a:cxn ang="0">
                  <a:pos x="58" y="158"/>
                </a:cxn>
                <a:cxn ang="0">
                  <a:pos x="52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2" y="115"/>
                </a:cxn>
                <a:cxn ang="0">
                  <a:pos x="55" y="48"/>
                </a:cxn>
                <a:cxn ang="0">
                  <a:pos x="67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3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1" y="3"/>
                </a:cxn>
                <a:cxn ang="0">
                  <a:pos x="5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5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5" y="132"/>
                </a:cxn>
                <a:cxn ang="0">
                  <a:pos x="47" y="141"/>
                </a:cxn>
                <a:cxn ang="0">
                  <a:pos x="52" y="228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7" name="Freeform 20"/>
            <p:cNvSpPr>
              <a:spLocks/>
            </p:cNvSpPr>
            <p:nvPr/>
          </p:nvSpPr>
          <p:spPr bwMode="gray">
            <a:xfrm>
              <a:off x="2921" y="362"/>
              <a:ext cx="100" cy="228"/>
            </a:xfrm>
            <a:custGeom>
              <a:avLst/>
              <a:gdLst/>
              <a:ahLst/>
              <a:cxnLst>
                <a:cxn ang="0">
                  <a:pos x="53" y="176"/>
                </a:cxn>
                <a:cxn ang="0">
                  <a:pos x="60" y="176"/>
                </a:cxn>
                <a:cxn ang="0">
                  <a:pos x="74" y="169"/>
                </a:cxn>
                <a:cxn ang="0">
                  <a:pos x="87" y="154"/>
                </a:cxn>
                <a:cxn ang="0">
                  <a:pos x="87" y="141"/>
                </a:cxn>
                <a:cxn ang="0">
                  <a:pos x="74" y="143"/>
                </a:cxn>
                <a:cxn ang="0">
                  <a:pos x="60" y="158"/>
                </a:cxn>
                <a:cxn ang="0">
                  <a:pos x="53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3" y="115"/>
                </a:cxn>
                <a:cxn ang="0">
                  <a:pos x="56" y="48"/>
                </a:cxn>
                <a:cxn ang="0">
                  <a:pos x="68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4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2" y="3"/>
                </a:cxn>
                <a:cxn ang="0">
                  <a:pos x="6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6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6" y="132"/>
                </a:cxn>
                <a:cxn ang="0">
                  <a:pos x="47" y="141"/>
                </a:cxn>
                <a:cxn ang="0">
                  <a:pos x="53" y="228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8" name="Freeform 21"/>
            <p:cNvSpPr>
              <a:spLocks/>
            </p:cNvSpPr>
            <p:nvPr/>
          </p:nvSpPr>
          <p:spPr bwMode="gray">
            <a:xfrm>
              <a:off x="2273" y="187"/>
              <a:ext cx="175" cy="402"/>
            </a:xfrm>
            <a:custGeom>
              <a:avLst/>
              <a:gdLst/>
              <a:ahLst/>
              <a:cxnLst>
                <a:cxn ang="0">
                  <a:pos x="93" y="309"/>
                </a:cxn>
                <a:cxn ang="0">
                  <a:pos x="101" y="309"/>
                </a:cxn>
                <a:cxn ang="0">
                  <a:pos x="118" y="304"/>
                </a:cxn>
                <a:cxn ang="0">
                  <a:pos x="138" y="292"/>
                </a:cxn>
                <a:cxn ang="0">
                  <a:pos x="152" y="266"/>
                </a:cxn>
                <a:cxn ang="0">
                  <a:pos x="152" y="247"/>
                </a:cxn>
                <a:cxn ang="0">
                  <a:pos x="138" y="250"/>
                </a:cxn>
                <a:cxn ang="0">
                  <a:pos x="120" y="259"/>
                </a:cxn>
                <a:cxn ang="0">
                  <a:pos x="99" y="285"/>
                </a:cxn>
                <a:cxn ang="0">
                  <a:pos x="93" y="207"/>
                </a:cxn>
                <a:cxn ang="0">
                  <a:pos x="102" y="205"/>
                </a:cxn>
                <a:cxn ang="0">
                  <a:pos x="122" y="200"/>
                </a:cxn>
                <a:cxn ang="0">
                  <a:pos x="147" y="185"/>
                </a:cxn>
                <a:cxn ang="0">
                  <a:pos x="163" y="155"/>
                </a:cxn>
                <a:cxn ang="0">
                  <a:pos x="163" y="134"/>
                </a:cxn>
                <a:cxn ang="0">
                  <a:pos x="149" y="135"/>
                </a:cxn>
                <a:cxn ang="0">
                  <a:pos x="129" y="142"/>
                </a:cxn>
                <a:cxn ang="0">
                  <a:pos x="107" y="162"/>
                </a:cxn>
                <a:cxn ang="0">
                  <a:pos x="93" y="201"/>
                </a:cxn>
                <a:cxn ang="0">
                  <a:pos x="95" y="83"/>
                </a:cxn>
                <a:cxn ang="0">
                  <a:pos x="110" y="81"/>
                </a:cxn>
                <a:cxn ang="0">
                  <a:pos x="134" y="73"/>
                </a:cxn>
                <a:cxn ang="0">
                  <a:pos x="157" y="54"/>
                </a:cxn>
                <a:cxn ang="0">
                  <a:pos x="174" y="23"/>
                </a:cxn>
                <a:cxn ang="0">
                  <a:pos x="174" y="0"/>
                </a:cxn>
                <a:cxn ang="0">
                  <a:pos x="157" y="2"/>
                </a:cxn>
                <a:cxn ang="0">
                  <a:pos x="133" y="10"/>
                </a:cxn>
                <a:cxn ang="0">
                  <a:pos x="107" y="33"/>
                </a:cxn>
                <a:cxn ang="0">
                  <a:pos x="87" y="77"/>
                </a:cxn>
                <a:cxn ang="0">
                  <a:pos x="85" y="68"/>
                </a:cxn>
                <a:cxn ang="0">
                  <a:pos x="75" y="46"/>
                </a:cxn>
                <a:cxn ang="0">
                  <a:pos x="55" y="21"/>
                </a:cxn>
                <a:cxn ang="0">
                  <a:pos x="22" y="3"/>
                </a:cxn>
                <a:cxn ang="0">
                  <a:pos x="1" y="3"/>
                </a:cxn>
                <a:cxn ang="0">
                  <a:pos x="4" y="18"/>
                </a:cxn>
                <a:cxn ang="0">
                  <a:pos x="12" y="42"/>
                </a:cxn>
                <a:cxn ang="0">
                  <a:pos x="31" y="65"/>
                </a:cxn>
                <a:cxn ang="0">
                  <a:pos x="62" y="81"/>
                </a:cxn>
                <a:cxn ang="0">
                  <a:pos x="82" y="238"/>
                </a:cxn>
                <a:cxn ang="0">
                  <a:pos x="80" y="228"/>
                </a:cxn>
                <a:cxn ang="0">
                  <a:pos x="72" y="207"/>
                </a:cxn>
                <a:cxn ang="0">
                  <a:pos x="55" y="185"/>
                </a:cxn>
                <a:cxn ang="0">
                  <a:pos x="21" y="176"/>
                </a:cxn>
                <a:cxn ang="0">
                  <a:pos x="22" y="185"/>
                </a:cxn>
                <a:cxn ang="0">
                  <a:pos x="28" y="205"/>
                </a:cxn>
                <a:cxn ang="0">
                  <a:pos x="41" y="230"/>
                </a:cxn>
                <a:cxn ang="0">
                  <a:pos x="66" y="246"/>
                </a:cxn>
                <a:cxn ang="0">
                  <a:pos x="82" y="402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9" name="Freeform 22"/>
            <p:cNvSpPr>
              <a:spLocks/>
            </p:cNvSpPr>
            <p:nvPr/>
          </p:nvSpPr>
          <p:spPr bwMode="gray">
            <a:xfrm>
              <a:off x="2161" y="217"/>
              <a:ext cx="97" cy="373"/>
            </a:xfrm>
            <a:custGeom>
              <a:avLst/>
              <a:gdLst/>
              <a:ahLst/>
              <a:cxnLst>
                <a:cxn ang="0">
                  <a:pos x="52" y="237"/>
                </a:cxn>
                <a:cxn ang="0">
                  <a:pos x="59" y="237"/>
                </a:cxn>
                <a:cxn ang="0">
                  <a:pos x="74" y="232"/>
                </a:cxn>
                <a:cxn ang="0">
                  <a:pos x="90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1" y="197"/>
                </a:cxn>
                <a:cxn ang="0">
                  <a:pos x="56" y="215"/>
                </a:cxn>
                <a:cxn ang="0">
                  <a:pos x="52" y="147"/>
                </a:cxn>
                <a:cxn ang="0">
                  <a:pos x="59" y="147"/>
                </a:cxn>
                <a:cxn ang="0">
                  <a:pos x="74" y="141"/>
                </a:cxn>
                <a:cxn ang="0">
                  <a:pos x="90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1" y="109"/>
                </a:cxn>
                <a:cxn ang="0">
                  <a:pos x="56" y="126"/>
                </a:cxn>
                <a:cxn ang="0">
                  <a:pos x="52" y="46"/>
                </a:cxn>
                <a:cxn ang="0">
                  <a:pos x="51" y="37"/>
                </a:cxn>
                <a:cxn ang="0">
                  <a:pos x="45" y="23"/>
                </a:cxn>
                <a:cxn ang="0">
                  <a:pos x="32" y="6"/>
                </a:cxn>
                <a:cxn ang="0">
                  <a:pos x="6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3" y="43"/>
                </a:cxn>
                <a:cxn ang="0">
                  <a:pos x="45" y="113"/>
                </a:cxn>
                <a:cxn ang="0">
                  <a:pos x="45" y="106"/>
                </a:cxn>
                <a:cxn ang="0">
                  <a:pos x="40" y="90"/>
                </a:cxn>
                <a:cxn ang="0">
                  <a:pos x="27" y="75"/>
                </a:cxn>
                <a:cxn ang="0">
                  <a:pos x="1" y="67"/>
                </a:cxn>
                <a:cxn ang="0">
                  <a:pos x="0" y="75"/>
                </a:cxn>
                <a:cxn ang="0">
                  <a:pos x="2" y="91"/>
                </a:cxn>
                <a:cxn ang="0">
                  <a:pos x="14" y="109"/>
                </a:cxn>
                <a:cxn ang="0">
                  <a:pos x="45" y="118"/>
                </a:cxn>
                <a:cxn ang="0">
                  <a:pos x="45" y="207"/>
                </a:cxn>
                <a:cxn ang="0">
                  <a:pos x="43" y="195"/>
                </a:cxn>
                <a:cxn ang="0">
                  <a:pos x="33" y="182"/>
                </a:cxn>
                <a:cxn ang="0">
                  <a:pos x="12" y="175"/>
                </a:cxn>
                <a:cxn ang="0">
                  <a:pos x="10" y="182"/>
                </a:cxn>
                <a:cxn ang="0">
                  <a:pos x="13" y="197"/>
                </a:cxn>
                <a:cxn ang="0">
                  <a:pos x="29" y="211"/>
                </a:cxn>
                <a:cxn ang="0">
                  <a:pos x="45" y="373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30" name="Freeform 23"/>
            <p:cNvSpPr>
              <a:spLocks/>
            </p:cNvSpPr>
            <p:nvPr/>
          </p:nvSpPr>
          <p:spPr bwMode="gray">
            <a:xfrm>
              <a:off x="2708" y="217"/>
              <a:ext cx="97" cy="373"/>
            </a:xfrm>
            <a:custGeom>
              <a:avLst/>
              <a:gdLst/>
              <a:ahLst/>
              <a:cxnLst>
                <a:cxn ang="0">
                  <a:pos x="51" y="237"/>
                </a:cxn>
                <a:cxn ang="0">
                  <a:pos x="60" y="237"/>
                </a:cxn>
                <a:cxn ang="0">
                  <a:pos x="74" y="232"/>
                </a:cxn>
                <a:cxn ang="0">
                  <a:pos x="91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2" y="197"/>
                </a:cxn>
                <a:cxn ang="0">
                  <a:pos x="55" y="215"/>
                </a:cxn>
                <a:cxn ang="0">
                  <a:pos x="51" y="147"/>
                </a:cxn>
                <a:cxn ang="0">
                  <a:pos x="60" y="147"/>
                </a:cxn>
                <a:cxn ang="0">
                  <a:pos x="74" y="141"/>
                </a:cxn>
                <a:cxn ang="0">
                  <a:pos x="91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2" y="109"/>
                </a:cxn>
                <a:cxn ang="0">
                  <a:pos x="55" y="126"/>
                </a:cxn>
                <a:cxn ang="0">
                  <a:pos x="51" y="46"/>
                </a:cxn>
                <a:cxn ang="0">
                  <a:pos x="51" y="37"/>
                </a:cxn>
                <a:cxn ang="0">
                  <a:pos x="46" y="23"/>
                </a:cxn>
                <a:cxn ang="0">
                  <a:pos x="33" y="6"/>
                </a:cxn>
                <a:cxn ang="0">
                  <a:pos x="7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4" y="43"/>
                </a:cxn>
                <a:cxn ang="0">
                  <a:pos x="46" y="113"/>
                </a:cxn>
                <a:cxn ang="0">
                  <a:pos x="46" y="106"/>
                </a:cxn>
                <a:cxn ang="0">
                  <a:pos x="41" y="90"/>
                </a:cxn>
                <a:cxn ang="0">
                  <a:pos x="27" y="75"/>
                </a:cxn>
                <a:cxn ang="0">
                  <a:pos x="0" y="67"/>
                </a:cxn>
                <a:cxn ang="0">
                  <a:pos x="0" y="75"/>
                </a:cxn>
                <a:cxn ang="0">
                  <a:pos x="3" y="91"/>
                </a:cxn>
                <a:cxn ang="0">
                  <a:pos x="15" y="109"/>
                </a:cxn>
                <a:cxn ang="0">
                  <a:pos x="46" y="118"/>
                </a:cxn>
                <a:cxn ang="0">
                  <a:pos x="46" y="207"/>
                </a:cxn>
                <a:cxn ang="0">
                  <a:pos x="43" y="195"/>
                </a:cxn>
                <a:cxn ang="0">
                  <a:pos x="34" y="182"/>
                </a:cxn>
                <a:cxn ang="0">
                  <a:pos x="12" y="175"/>
                </a:cxn>
                <a:cxn ang="0">
                  <a:pos x="11" y="182"/>
                </a:cxn>
                <a:cxn ang="0">
                  <a:pos x="14" y="197"/>
                </a:cxn>
                <a:cxn ang="0">
                  <a:pos x="30" y="211"/>
                </a:cxn>
                <a:cxn ang="0">
                  <a:pos x="46" y="373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sp>
        <p:nvSpPr>
          <p:cNvPr id="31" name="Freeform 27" descr="Dark upward diagonal"/>
          <p:cNvSpPr>
            <a:spLocks/>
          </p:cNvSpPr>
          <p:nvPr/>
        </p:nvSpPr>
        <p:spPr bwMode="gray">
          <a:xfrm>
            <a:off x="85728" y="76206"/>
            <a:ext cx="8977313" cy="5000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5546" y="0"/>
              </a:cxn>
              <a:cxn ang="0">
                <a:pos x="5655" y="84"/>
              </a:cxn>
              <a:cxn ang="0">
                <a:pos x="5649" y="315"/>
              </a:cxn>
              <a:cxn ang="0">
                <a:pos x="1" y="314"/>
              </a:cxn>
              <a:cxn ang="0">
                <a:pos x="0" y="1"/>
              </a:cxn>
            </a:cxnLst>
            <a:rect l="0" t="0" r="r" b="b"/>
            <a:pathLst>
              <a:path w="5655" h="315">
                <a:moveTo>
                  <a:pt x="0" y="1"/>
                </a:moveTo>
                <a:lnTo>
                  <a:pt x="5546" y="0"/>
                </a:lnTo>
                <a:cubicBezTo>
                  <a:pt x="5652" y="0"/>
                  <a:pt x="5655" y="84"/>
                  <a:pt x="5655" y="84"/>
                </a:cubicBezTo>
                <a:lnTo>
                  <a:pt x="5649" y="315"/>
                </a:lnTo>
                <a:lnTo>
                  <a:pt x="1" y="314"/>
                </a:lnTo>
                <a:lnTo>
                  <a:pt x="0" y="1"/>
                </a:lnTo>
                <a:close/>
              </a:path>
            </a:pathLst>
          </a:custGeom>
          <a:pattFill prst="dkUpDiag">
            <a:fgClr>
              <a:schemeClr val="bg1">
                <a:alpha val="77000"/>
              </a:schemeClr>
            </a:fgClr>
            <a:bgClr>
              <a:schemeClr val="tx1">
                <a:alpha val="77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2" name="Rectangle 28"/>
          <p:cNvSpPr>
            <a:spLocks noChangeArrowheads="1"/>
          </p:cNvSpPr>
          <p:nvPr/>
        </p:nvSpPr>
        <p:spPr bwMode="gray">
          <a:xfrm>
            <a:off x="114303" y="6610356"/>
            <a:ext cx="8931275" cy="1635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grpSp>
        <p:nvGrpSpPr>
          <p:cNvPr id="33" name="Group 74"/>
          <p:cNvGrpSpPr>
            <a:grpSpLocks/>
          </p:cNvGrpSpPr>
          <p:nvPr/>
        </p:nvGrpSpPr>
        <p:grpSpPr bwMode="auto">
          <a:xfrm>
            <a:off x="85727" y="854075"/>
            <a:ext cx="8982075" cy="1131888"/>
            <a:chOff x="54" y="538"/>
            <a:chExt cx="5658" cy="713"/>
          </a:xfrm>
        </p:grpSpPr>
        <p:sp>
          <p:nvSpPr>
            <p:cNvPr id="34" name="Freeform 30"/>
            <p:cNvSpPr>
              <a:spLocks/>
            </p:cNvSpPr>
            <p:nvPr userDrawn="1"/>
          </p:nvSpPr>
          <p:spPr bwMode="gray">
            <a:xfrm>
              <a:off x="54" y="736"/>
              <a:ext cx="5658" cy="5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446" y="0"/>
                </a:cxn>
                <a:cxn ang="0">
                  <a:pos x="5446" y="312"/>
                </a:cxn>
                <a:cxn ang="0">
                  <a:pos x="5446" y="451"/>
                </a:cxn>
                <a:cxn ang="0">
                  <a:pos x="1512" y="443"/>
                </a:cxn>
                <a:cxn ang="0">
                  <a:pos x="1288" y="584"/>
                </a:cxn>
                <a:cxn ang="0">
                  <a:pos x="0" y="590"/>
                </a:cxn>
                <a:cxn ang="0">
                  <a:pos x="0" y="0"/>
                </a:cxn>
              </a:cxnLst>
              <a:rect l="0" t="0" r="r" b="b"/>
              <a:pathLst>
                <a:path w="5446" h="590">
                  <a:moveTo>
                    <a:pt x="0" y="0"/>
                  </a:moveTo>
                  <a:lnTo>
                    <a:pt x="5446" y="0"/>
                  </a:lnTo>
                  <a:lnTo>
                    <a:pt x="5446" y="312"/>
                  </a:lnTo>
                  <a:lnTo>
                    <a:pt x="5446" y="451"/>
                  </a:lnTo>
                  <a:cubicBezTo>
                    <a:pt x="4790" y="473"/>
                    <a:pt x="2205" y="421"/>
                    <a:pt x="1512" y="443"/>
                  </a:cubicBezTo>
                  <a:lnTo>
                    <a:pt x="1288" y="584"/>
                  </a:lnTo>
                  <a:lnTo>
                    <a:pt x="0" y="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35" name="Freeform 31"/>
            <p:cNvSpPr>
              <a:spLocks/>
            </p:cNvSpPr>
            <p:nvPr userDrawn="1"/>
          </p:nvSpPr>
          <p:spPr bwMode="gray">
            <a:xfrm>
              <a:off x="54" y="538"/>
              <a:ext cx="5658" cy="65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5657" y="0"/>
                </a:cxn>
                <a:cxn ang="0">
                  <a:pos x="5658" y="534"/>
                </a:cxn>
                <a:cxn ang="0">
                  <a:pos x="1553" y="528"/>
                </a:cxn>
                <a:cxn ang="0">
                  <a:pos x="1317" y="651"/>
                </a:cxn>
                <a:cxn ang="0">
                  <a:pos x="0" y="655"/>
                </a:cxn>
                <a:cxn ang="0">
                  <a:pos x="1" y="0"/>
                </a:cxn>
              </a:cxnLst>
              <a:rect l="0" t="0" r="r" b="b"/>
              <a:pathLst>
                <a:path w="5658" h="655">
                  <a:moveTo>
                    <a:pt x="1" y="0"/>
                  </a:moveTo>
                  <a:lnTo>
                    <a:pt x="5657" y="0"/>
                  </a:lnTo>
                  <a:lnTo>
                    <a:pt x="5658" y="534"/>
                  </a:lnTo>
                  <a:lnTo>
                    <a:pt x="1553" y="528"/>
                  </a:lnTo>
                  <a:lnTo>
                    <a:pt x="1317" y="651"/>
                  </a:lnTo>
                  <a:lnTo>
                    <a:pt x="0" y="6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36" name="Freeform 32"/>
            <p:cNvSpPr>
              <a:spLocks/>
            </p:cNvSpPr>
            <p:nvPr userDrawn="1"/>
          </p:nvSpPr>
          <p:spPr bwMode="gray">
            <a:xfrm>
              <a:off x="54" y="1062"/>
              <a:ext cx="1496" cy="98"/>
            </a:xfrm>
            <a:custGeom>
              <a:avLst/>
              <a:gdLst/>
              <a:ahLst/>
              <a:cxnLst>
                <a:cxn ang="0">
                  <a:pos x="1440" y="1"/>
                </a:cxn>
                <a:cxn ang="0">
                  <a:pos x="1261" y="112"/>
                </a:cxn>
                <a:cxn ang="0">
                  <a:pos x="0" y="110"/>
                </a:cxn>
                <a:cxn ang="0">
                  <a:pos x="0" y="49"/>
                </a:cxn>
                <a:cxn ang="0">
                  <a:pos x="1069" y="50"/>
                </a:cxn>
                <a:cxn ang="0">
                  <a:pos x="1142" y="0"/>
                </a:cxn>
                <a:cxn ang="0">
                  <a:pos x="1440" y="1"/>
                </a:cxn>
              </a:cxnLst>
              <a:rect l="0" t="0" r="r" b="b"/>
              <a:pathLst>
                <a:path w="1440" h="112">
                  <a:moveTo>
                    <a:pt x="1440" y="1"/>
                  </a:moveTo>
                  <a:lnTo>
                    <a:pt x="1261" y="112"/>
                  </a:lnTo>
                  <a:lnTo>
                    <a:pt x="0" y="110"/>
                  </a:lnTo>
                  <a:lnTo>
                    <a:pt x="0" y="49"/>
                  </a:lnTo>
                  <a:lnTo>
                    <a:pt x="1069" y="50"/>
                  </a:lnTo>
                  <a:lnTo>
                    <a:pt x="1142" y="0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sp>
        <p:nvSpPr>
          <p:cNvPr id="37" name="Rectangle 33"/>
          <p:cNvSpPr>
            <a:spLocks noChangeArrowheads="1"/>
          </p:cNvSpPr>
          <p:nvPr/>
        </p:nvSpPr>
        <p:spPr bwMode="gray">
          <a:xfrm>
            <a:off x="85727" y="609600"/>
            <a:ext cx="8982075" cy="18573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8" name="Rectangle 38" descr="1"/>
          <p:cNvSpPr>
            <a:spLocks noChangeArrowheads="1"/>
          </p:cNvSpPr>
          <p:nvPr/>
        </p:nvSpPr>
        <p:spPr bwMode="gray">
          <a:xfrm>
            <a:off x="114302" y="5341938"/>
            <a:ext cx="741363" cy="742950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9" name="Rectangle 40" descr="7"/>
          <p:cNvSpPr>
            <a:spLocks noChangeArrowheads="1"/>
          </p:cNvSpPr>
          <p:nvPr/>
        </p:nvSpPr>
        <p:spPr bwMode="gray">
          <a:xfrm>
            <a:off x="2514779" y="5334000"/>
            <a:ext cx="742950" cy="742950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gray">
          <a:xfrm>
            <a:off x="915989" y="5334815"/>
            <a:ext cx="741363" cy="744537"/>
          </a:xfrm>
          <a:prstGeom prst="rect">
            <a:avLst/>
          </a:prstGeom>
          <a:solidFill>
            <a:srgbClr val="D7D7D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1" name="Rectangle 37" descr="6"/>
          <p:cNvSpPr>
            <a:spLocks noChangeArrowheads="1"/>
          </p:cNvSpPr>
          <p:nvPr/>
        </p:nvSpPr>
        <p:spPr bwMode="gray">
          <a:xfrm>
            <a:off x="1735318" y="5341938"/>
            <a:ext cx="701495" cy="742950"/>
          </a:xfrm>
          <a:prstGeom prst="rect">
            <a:avLst/>
          </a:prstGeom>
          <a:blipFill dpi="0" rotWithShape="1">
            <a:blip r:embed="rId6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gray">
          <a:xfrm>
            <a:off x="161927" y="842968"/>
            <a:ext cx="131478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dirty="0">
                <a:solidFill>
                  <a:srgbClr val="FFFFFF"/>
                </a:solidFill>
                <a:latin typeface="Arial Black" pitchFamily="34" charset="0"/>
                <a:ea typeface="宋体" charset="-122"/>
              </a:rPr>
              <a:t>L/O/G/O</a:t>
            </a:r>
          </a:p>
        </p:txBody>
      </p:sp>
      <p:sp>
        <p:nvSpPr>
          <p:cNvPr id="43" name="Rectangle 49"/>
          <p:cNvSpPr>
            <a:spLocks noChangeArrowheads="1"/>
          </p:cNvSpPr>
          <p:nvPr/>
        </p:nvSpPr>
        <p:spPr bwMode="gray">
          <a:xfrm>
            <a:off x="1703388" y="4511675"/>
            <a:ext cx="742950" cy="74295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4" name="Rectangle 50"/>
          <p:cNvSpPr>
            <a:spLocks noChangeArrowheads="1"/>
          </p:cNvSpPr>
          <p:nvPr/>
        </p:nvSpPr>
        <p:spPr bwMode="gray">
          <a:xfrm>
            <a:off x="128590" y="4511675"/>
            <a:ext cx="741362" cy="74295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5" name="Rectangle 52"/>
          <p:cNvSpPr>
            <a:spLocks noChangeArrowheads="1"/>
          </p:cNvSpPr>
          <p:nvPr/>
        </p:nvSpPr>
        <p:spPr bwMode="gray">
          <a:xfrm>
            <a:off x="914400" y="5334000"/>
            <a:ext cx="742950" cy="7429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pic>
        <p:nvPicPr>
          <p:cNvPr id="46" name="Picture 43" descr="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30177" y="2911475"/>
            <a:ext cx="1347788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70" descr="2"/>
          <p:cNvSpPr>
            <a:spLocks noChangeArrowheads="1"/>
          </p:cNvSpPr>
          <p:nvPr/>
        </p:nvSpPr>
        <p:spPr bwMode="gray">
          <a:xfrm>
            <a:off x="130176" y="4523943"/>
            <a:ext cx="744538" cy="742950"/>
          </a:xfrm>
          <a:prstGeom prst="rect">
            <a:avLst/>
          </a:prstGeom>
          <a:blipFill dpi="0" rotWithShape="1">
            <a:blip r:embed="rId8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3" y="6196019"/>
            <a:ext cx="4811713" cy="403225"/>
          </a:xfrm>
        </p:spPr>
        <p:txBody>
          <a:bodyPr/>
          <a:lstStyle>
            <a:lvl1pPr marL="0" indent="0" algn="r">
              <a:buFontTx/>
              <a:buNone/>
              <a:defRPr sz="1600" i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2819404"/>
            <a:ext cx="6019800" cy="1470025"/>
          </a:xfrm>
        </p:spPr>
        <p:txBody>
          <a:bodyPr/>
          <a:lstStyle>
            <a:lvl1pPr algn="r">
              <a:defRPr sz="480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31775" y="6445250"/>
            <a:ext cx="2205038" cy="3175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574925" y="6445250"/>
            <a:ext cx="2990850" cy="3175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700716" y="6445250"/>
            <a:ext cx="2205037" cy="3175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8445FD9-D9D8-4C62-B362-E83348FD98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46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D5490-91D2-404B-A42C-53C02F5565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18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DEDC1-17C9-4DBE-A954-0E82A0A877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38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38280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80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7E75A-2197-4109-BBCC-034B5BE3B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68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0A9C0-F03E-4AD5-A4FE-5E879A40B6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16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E5DFC-6887-4EEA-99E9-8CE107364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7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A29B8-4AEE-454D-A1CA-0407DF5D2B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1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6CF4A-A245-40AC-8F0F-8FD74DB405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804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C9711-D99E-426E-B1F7-E4435732FB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32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7365C-BE4A-4EA8-A35C-F6F40BC14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52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8131"/>
            <a:ext cx="2057400" cy="5934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8131"/>
            <a:ext cx="6019800" cy="5934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67921-0DAF-4F8E-B110-E71C4AF79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111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38280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80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71E19-7CE4-41A5-84FE-1D1FFCDFF1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026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38280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F3641-A980-4BA9-BE49-B5F709B522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5740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38280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ACDE5-B0B9-49CD-9C11-C6C00BC20D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7998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38280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4C299-1087-442B-B90B-E44EE79D3A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1865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3">
            <a:extLst>
              <a:ext uri="{FF2B5EF4-FFF2-40B4-BE49-F238E27FC236}">
                <a16:creationId xmlns:a16="http://schemas.microsoft.com/office/drawing/2014/main" id="{90E7F8C9-A9DA-5A17-937E-6CFAB5BD34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98625" y="3705225"/>
            <a:ext cx="742950" cy="74295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44" descr="3">
            <a:extLst>
              <a:ext uri="{FF2B5EF4-FFF2-40B4-BE49-F238E27FC236}">
                <a16:creationId xmlns:a16="http://schemas.microsoft.com/office/drawing/2014/main" id="{B25D9BAD-F991-BED3-EEDE-E81A45C0AB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92375" y="4510088"/>
            <a:ext cx="742950" cy="7445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34" descr="5">
            <a:extLst>
              <a:ext uri="{FF2B5EF4-FFF2-40B4-BE49-F238E27FC236}">
                <a16:creationId xmlns:a16="http://schemas.microsoft.com/office/drawing/2014/main" id="{581CC062-55D0-1845-255E-7511DDF71C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915988" y="4510088"/>
            <a:ext cx="742950" cy="74453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4997167C-6B77-DF80-3E51-F6A5D1D394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3388" y="5314950"/>
            <a:ext cx="742950" cy="7429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54">
            <a:extLst>
              <a:ext uri="{FF2B5EF4-FFF2-40B4-BE49-F238E27FC236}">
                <a16:creationId xmlns:a16="http://schemas.microsoft.com/office/drawing/2014/main" id="{2FA91A8F-3EAF-1E93-3087-65DD40A404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588" y="3705225"/>
            <a:ext cx="742950" cy="7429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grpSp>
        <p:nvGrpSpPr>
          <p:cNvPr id="7" name="Group 75">
            <a:extLst>
              <a:ext uri="{FF2B5EF4-FFF2-40B4-BE49-F238E27FC236}">
                <a16:creationId xmlns:a16="http://schemas.microsoft.com/office/drawing/2014/main" id="{212E9CCA-DCFA-7452-E47C-B64030B62404}"/>
              </a:ext>
            </a:extLst>
          </p:cNvPr>
          <p:cNvGrpSpPr>
            <a:grpSpLocks/>
          </p:cNvGrpSpPr>
          <p:nvPr/>
        </p:nvGrpSpPr>
        <p:grpSpPr bwMode="auto">
          <a:xfrm>
            <a:off x="112713" y="5954713"/>
            <a:ext cx="8936037" cy="631825"/>
            <a:chOff x="71" y="3751"/>
            <a:chExt cx="5629" cy="398"/>
          </a:xfrm>
        </p:grpSpPr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6A42B30E-F86C-74F0-2799-29202730043D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71" y="3751"/>
              <a:ext cx="5626" cy="349"/>
            </a:xfrm>
            <a:custGeom>
              <a:avLst/>
              <a:gdLst>
                <a:gd name="T0" fmla="*/ 5626 w 5626"/>
                <a:gd name="T1" fmla="*/ 349 h 349"/>
                <a:gd name="T2" fmla="*/ 0 w 5626"/>
                <a:gd name="T3" fmla="*/ 349 h 349"/>
                <a:gd name="T4" fmla="*/ 0 w 5626"/>
                <a:gd name="T5" fmla="*/ 187 h 349"/>
                <a:gd name="T6" fmla="*/ 0 w 5626"/>
                <a:gd name="T7" fmla="*/ 114 h 349"/>
                <a:gd name="T8" fmla="*/ 4064 w 5626"/>
                <a:gd name="T9" fmla="*/ 118 h 349"/>
                <a:gd name="T10" fmla="*/ 4329 w 5626"/>
                <a:gd name="T11" fmla="*/ 0 h 349"/>
                <a:gd name="T12" fmla="*/ 5623 w 5626"/>
                <a:gd name="T13" fmla="*/ 0 h 349"/>
                <a:gd name="T14" fmla="*/ 5626 w 5626"/>
                <a:gd name="T15" fmla="*/ 349 h 3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78" y="103"/>
                    <a:pt x="3343" y="137"/>
                    <a:pt x="4064" y="118"/>
                  </a:cubicBezTo>
                  <a:lnTo>
                    <a:pt x="4329" y="0"/>
                  </a:lnTo>
                  <a:lnTo>
                    <a:pt x="5623" y="0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65F6061A-1014-22E3-3753-558098061E22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71" y="3800"/>
              <a:ext cx="5626" cy="349"/>
            </a:xfrm>
            <a:custGeom>
              <a:avLst/>
              <a:gdLst>
                <a:gd name="T0" fmla="*/ 5626 w 5626"/>
                <a:gd name="T1" fmla="*/ 349 h 349"/>
                <a:gd name="T2" fmla="*/ 0 w 5626"/>
                <a:gd name="T3" fmla="*/ 349 h 349"/>
                <a:gd name="T4" fmla="*/ 0 w 5626"/>
                <a:gd name="T5" fmla="*/ 187 h 349"/>
                <a:gd name="T6" fmla="*/ 0 w 5626"/>
                <a:gd name="T7" fmla="*/ 114 h 349"/>
                <a:gd name="T8" fmla="*/ 4082 w 5626"/>
                <a:gd name="T9" fmla="*/ 118 h 349"/>
                <a:gd name="T10" fmla="*/ 4345 w 5626"/>
                <a:gd name="T11" fmla="*/ 0 h 349"/>
                <a:gd name="T12" fmla="*/ 5623 w 5626"/>
                <a:gd name="T13" fmla="*/ 6 h 349"/>
                <a:gd name="T14" fmla="*/ 5626 w 5626"/>
                <a:gd name="T15" fmla="*/ 349 h 3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80" y="103"/>
                    <a:pt x="3358" y="137"/>
                    <a:pt x="4082" y="118"/>
                  </a:cubicBezTo>
                  <a:lnTo>
                    <a:pt x="4345" y="0"/>
                  </a:lnTo>
                  <a:lnTo>
                    <a:pt x="5623" y="6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26">
              <a:extLst>
                <a:ext uri="{FF2B5EF4-FFF2-40B4-BE49-F238E27FC236}">
                  <a16:creationId xmlns:a16="http://schemas.microsoft.com/office/drawing/2014/main" id="{723B2111-89E2-DE4C-FBF7-54F9E35964C0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4209" y="3833"/>
              <a:ext cx="1491" cy="88"/>
            </a:xfrm>
            <a:custGeom>
              <a:avLst/>
              <a:gdLst>
                <a:gd name="T0" fmla="*/ 0 w 1491"/>
                <a:gd name="T1" fmla="*/ 84 h 88"/>
                <a:gd name="T2" fmla="*/ 223 w 1491"/>
                <a:gd name="T3" fmla="*/ 0 h 88"/>
                <a:gd name="T4" fmla="*/ 1491 w 1491"/>
                <a:gd name="T5" fmla="*/ 0 h 88"/>
                <a:gd name="T6" fmla="*/ 1488 w 1491"/>
                <a:gd name="T7" fmla="*/ 60 h 88"/>
                <a:gd name="T8" fmla="*/ 383 w 1491"/>
                <a:gd name="T9" fmla="*/ 59 h 88"/>
                <a:gd name="T10" fmla="*/ 273 w 1491"/>
                <a:gd name="T11" fmla="*/ 88 h 88"/>
                <a:gd name="T12" fmla="*/ 0 w 1491"/>
                <a:gd name="T13" fmla="*/ 84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1" h="88">
                  <a:moveTo>
                    <a:pt x="0" y="84"/>
                  </a:moveTo>
                  <a:lnTo>
                    <a:pt x="223" y="0"/>
                  </a:lnTo>
                  <a:lnTo>
                    <a:pt x="1491" y="0"/>
                  </a:lnTo>
                  <a:lnTo>
                    <a:pt x="1488" y="60"/>
                  </a:lnTo>
                  <a:lnTo>
                    <a:pt x="383" y="59"/>
                  </a:lnTo>
                  <a:lnTo>
                    <a:pt x="273" y="88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31F11985-519B-12D3-B583-492E116B082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6003925" y="1778000"/>
            <a:ext cx="2768600" cy="779463"/>
            <a:chOff x="1566" y="164"/>
            <a:chExt cx="1455" cy="425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3B09647C-385F-79C7-4C90-95B71EFB4B70}"/>
                </a:ext>
              </a:extLst>
            </p:cNvPr>
            <p:cNvSpPr>
              <a:spLocks/>
            </p:cNvSpPr>
            <p:nvPr/>
          </p:nvSpPr>
          <p:spPr bwMode="gray">
            <a:xfrm>
              <a:off x="1892" y="468"/>
              <a:ext cx="38" cy="121"/>
            </a:xfrm>
            <a:custGeom>
              <a:avLst/>
              <a:gdLst>
                <a:gd name="T0" fmla="*/ 37 w 39"/>
                <a:gd name="T1" fmla="*/ 36 h 121"/>
                <a:gd name="T2" fmla="*/ 35 w 39"/>
                <a:gd name="T3" fmla="*/ 36 h 121"/>
                <a:gd name="T4" fmla="*/ 30 w 39"/>
                <a:gd name="T5" fmla="*/ 36 h 121"/>
                <a:gd name="T6" fmla="*/ 22 w 39"/>
                <a:gd name="T7" fmla="*/ 34 h 121"/>
                <a:gd name="T8" fmla="*/ 15 w 39"/>
                <a:gd name="T9" fmla="*/ 30 h 121"/>
                <a:gd name="T10" fmla="*/ 7 w 39"/>
                <a:gd name="T11" fmla="*/ 23 h 121"/>
                <a:gd name="T12" fmla="*/ 3 w 39"/>
                <a:gd name="T13" fmla="*/ 13 h 121"/>
                <a:gd name="T14" fmla="*/ 0 w 39"/>
                <a:gd name="T15" fmla="*/ 0 h 121"/>
                <a:gd name="T16" fmla="*/ 3 w 39"/>
                <a:gd name="T17" fmla="*/ 0 h 121"/>
                <a:gd name="T18" fmla="*/ 7 w 39"/>
                <a:gd name="T19" fmla="*/ 1 h 121"/>
                <a:gd name="T20" fmla="*/ 15 w 39"/>
                <a:gd name="T21" fmla="*/ 3 h 121"/>
                <a:gd name="T22" fmla="*/ 23 w 39"/>
                <a:gd name="T23" fmla="*/ 5 h 121"/>
                <a:gd name="T24" fmla="*/ 30 w 39"/>
                <a:gd name="T25" fmla="*/ 11 h 121"/>
                <a:gd name="T26" fmla="*/ 37 w 39"/>
                <a:gd name="T27" fmla="*/ 20 h 121"/>
                <a:gd name="T28" fmla="*/ 39 w 39"/>
                <a:gd name="T29" fmla="*/ 34 h 121"/>
                <a:gd name="T30" fmla="*/ 39 w 39"/>
                <a:gd name="T31" fmla="*/ 121 h 121"/>
                <a:gd name="T32" fmla="*/ 37 w 39"/>
                <a:gd name="T33" fmla="*/ 121 h 121"/>
                <a:gd name="T34" fmla="*/ 37 w 39"/>
                <a:gd name="T35" fmla="*/ 36 h 1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3363F5F2-5D1D-13C7-FF76-1DC3CD5B5093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1" y="451"/>
              <a:ext cx="45" cy="139"/>
            </a:xfrm>
            <a:custGeom>
              <a:avLst/>
              <a:gdLst>
                <a:gd name="T0" fmla="*/ 3 w 45"/>
                <a:gd name="T1" fmla="*/ 42 h 139"/>
                <a:gd name="T2" fmla="*/ 6 w 45"/>
                <a:gd name="T3" fmla="*/ 42 h 139"/>
                <a:gd name="T4" fmla="*/ 12 w 45"/>
                <a:gd name="T5" fmla="*/ 42 h 139"/>
                <a:gd name="T6" fmla="*/ 20 w 45"/>
                <a:gd name="T7" fmla="*/ 39 h 139"/>
                <a:gd name="T8" fmla="*/ 29 w 45"/>
                <a:gd name="T9" fmla="*/ 35 h 139"/>
                <a:gd name="T10" fmla="*/ 37 w 45"/>
                <a:gd name="T11" fmla="*/ 27 h 139"/>
                <a:gd name="T12" fmla="*/ 43 w 45"/>
                <a:gd name="T13" fmla="*/ 17 h 139"/>
                <a:gd name="T14" fmla="*/ 45 w 45"/>
                <a:gd name="T15" fmla="*/ 2 h 139"/>
                <a:gd name="T16" fmla="*/ 43 w 45"/>
                <a:gd name="T17" fmla="*/ 0 h 139"/>
                <a:gd name="T18" fmla="*/ 37 w 45"/>
                <a:gd name="T19" fmla="*/ 2 h 139"/>
                <a:gd name="T20" fmla="*/ 29 w 45"/>
                <a:gd name="T21" fmla="*/ 3 h 139"/>
                <a:gd name="T22" fmla="*/ 19 w 45"/>
                <a:gd name="T23" fmla="*/ 7 h 139"/>
                <a:gd name="T24" fmla="*/ 11 w 45"/>
                <a:gd name="T25" fmla="*/ 14 h 139"/>
                <a:gd name="T26" fmla="*/ 4 w 45"/>
                <a:gd name="T27" fmla="*/ 23 h 139"/>
                <a:gd name="T28" fmla="*/ 0 w 45"/>
                <a:gd name="T29" fmla="*/ 39 h 139"/>
                <a:gd name="T30" fmla="*/ 0 w 45"/>
                <a:gd name="T31" fmla="*/ 139 h 139"/>
                <a:gd name="T32" fmla="*/ 3 w 45"/>
                <a:gd name="T33" fmla="*/ 139 h 139"/>
                <a:gd name="T34" fmla="*/ 3 w 45"/>
                <a:gd name="T35" fmla="*/ 42 h 1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606F3E84-87A7-C2B1-DD73-116AAC29788E}"/>
                </a:ext>
              </a:extLst>
            </p:cNvPr>
            <p:cNvSpPr>
              <a:spLocks/>
            </p:cNvSpPr>
            <p:nvPr/>
          </p:nvSpPr>
          <p:spPr bwMode="gray">
            <a:xfrm>
              <a:off x="1766" y="378"/>
              <a:ext cx="146" cy="211"/>
            </a:xfrm>
            <a:custGeom>
              <a:avLst/>
              <a:gdLst>
                <a:gd name="T0" fmla="*/ 68 w 146"/>
                <a:gd name="T1" fmla="*/ 67 h 211"/>
                <a:gd name="T2" fmla="*/ 67 w 146"/>
                <a:gd name="T3" fmla="*/ 67 h 211"/>
                <a:gd name="T4" fmla="*/ 60 w 146"/>
                <a:gd name="T5" fmla="*/ 66 h 211"/>
                <a:gd name="T6" fmla="*/ 50 w 146"/>
                <a:gd name="T7" fmla="*/ 64 h 211"/>
                <a:gd name="T8" fmla="*/ 41 w 146"/>
                <a:gd name="T9" fmla="*/ 62 h 211"/>
                <a:gd name="T10" fmla="*/ 29 w 146"/>
                <a:gd name="T11" fmla="*/ 55 h 211"/>
                <a:gd name="T12" fmla="*/ 18 w 146"/>
                <a:gd name="T13" fmla="*/ 47 h 211"/>
                <a:gd name="T14" fmla="*/ 10 w 146"/>
                <a:gd name="T15" fmla="*/ 35 h 211"/>
                <a:gd name="T16" fmla="*/ 3 w 146"/>
                <a:gd name="T17" fmla="*/ 20 h 211"/>
                <a:gd name="T18" fmla="*/ 0 w 146"/>
                <a:gd name="T19" fmla="*/ 0 h 211"/>
                <a:gd name="T20" fmla="*/ 3 w 146"/>
                <a:gd name="T21" fmla="*/ 0 h 211"/>
                <a:gd name="T22" fmla="*/ 10 w 146"/>
                <a:gd name="T23" fmla="*/ 0 h 211"/>
                <a:gd name="T24" fmla="*/ 19 w 146"/>
                <a:gd name="T25" fmla="*/ 0 h 211"/>
                <a:gd name="T26" fmla="*/ 30 w 146"/>
                <a:gd name="T27" fmla="*/ 2 h 211"/>
                <a:gd name="T28" fmla="*/ 41 w 146"/>
                <a:gd name="T29" fmla="*/ 6 h 211"/>
                <a:gd name="T30" fmla="*/ 53 w 146"/>
                <a:gd name="T31" fmla="*/ 14 h 211"/>
                <a:gd name="T32" fmla="*/ 62 w 146"/>
                <a:gd name="T33" fmla="*/ 25 h 211"/>
                <a:gd name="T34" fmla="*/ 69 w 146"/>
                <a:gd name="T35" fmla="*/ 41 h 211"/>
                <a:gd name="T36" fmla="*/ 73 w 146"/>
                <a:gd name="T37" fmla="*/ 62 h 211"/>
                <a:gd name="T38" fmla="*/ 73 w 146"/>
                <a:gd name="T39" fmla="*/ 60 h 211"/>
                <a:gd name="T40" fmla="*/ 73 w 146"/>
                <a:gd name="T41" fmla="*/ 55 h 211"/>
                <a:gd name="T42" fmla="*/ 75 w 146"/>
                <a:gd name="T43" fmla="*/ 45 h 211"/>
                <a:gd name="T44" fmla="*/ 79 w 146"/>
                <a:gd name="T45" fmla="*/ 36 h 211"/>
                <a:gd name="T46" fmla="*/ 84 w 146"/>
                <a:gd name="T47" fmla="*/ 25 h 211"/>
                <a:gd name="T48" fmla="*/ 92 w 146"/>
                <a:gd name="T49" fmla="*/ 16 h 211"/>
                <a:gd name="T50" fmla="*/ 106 w 146"/>
                <a:gd name="T51" fmla="*/ 8 h 211"/>
                <a:gd name="T52" fmla="*/ 123 w 146"/>
                <a:gd name="T53" fmla="*/ 2 h 211"/>
                <a:gd name="T54" fmla="*/ 146 w 146"/>
                <a:gd name="T55" fmla="*/ 0 h 211"/>
                <a:gd name="T56" fmla="*/ 145 w 146"/>
                <a:gd name="T57" fmla="*/ 2 h 211"/>
                <a:gd name="T58" fmla="*/ 145 w 146"/>
                <a:gd name="T59" fmla="*/ 8 h 211"/>
                <a:gd name="T60" fmla="*/ 143 w 146"/>
                <a:gd name="T61" fmla="*/ 17 h 211"/>
                <a:gd name="T62" fmla="*/ 139 w 146"/>
                <a:gd name="T63" fmla="*/ 28 h 211"/>
                <a:gd name="T64" fmla="*/ 134 w 146"/>
                <a:gd name="T65" fmla="*/ 39 h 211"/>
                <a:gd name="T66" fmla="*/ 126 w 146"/>
                <a:gd name="T67" fmla="*/ 49 h 211"/>
                <a:gd name="T68" fmla="*/ 114 w 146"/>
                <a:gd name="T69" fmla="*/ 59 h 211"/>
                <a:gd name="T70" fmla="*/ 98 w 146"/>
                <a:gd name="T71" fmla="*/ 64 h 211"/>
                <a:gd name="T72" fmla="*/ 79 w 146"/>
                <a:gd name="T73" fmla="*/ 67 h 211"/>
                <a:gd name="T74" fmla="*/ 79 w 146"/>
                <a:gd name="T75" fmla="*/ 211 h 211"/>
                <a:gd name="T76" fmla="*/ 68 w 146"/>
                <a:gd name="T77" fmla="*/ 211 h 211"/>
                <a:gd name="T78" fmla="*/ 68 w 146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D4D2E8F9-D64E-4DFA-A811-7C92E95BB0CD}"/>
                </a:ext>
              </a:extLst>
            </p:cNvPr>
            <p:cNvSpPr>
              <a:spLocks/>
            </p:cNvSpPr>
            <p:nvPr/>
          </p:nvSpPr>
          <p:spPr bwMode="gray">
            <a:xfrm>
              <a:off x="2792" y="378"/>
              <a:ext cx="143" cy="211"/>
            </a:xfrm>
            <a:custGeom>
              <a:avLst/>
              <a:gdLst>
                <a:gd name="T0" fmla="*/ 67 w 144"/>
                <a:gd name="T1" fmla="*/ 67 h 211"/>
                <a:gd name="T2" fmla="*/ 66 w 144"/>
                <a:gd name="T3" fmla="*/ 67 h 211"/>
                <a:gd name="T4" fmla="*/ 59 w 144"/>
                <a:gd name="T5" fmla="*/ 66 h 211"/>
                <a:gd name="T6" fmla="*/ 50 w 144"/>
                <a:gd name="T7" fmla="*/ 64 h 211"/>
                <a:gd name="T8" fmla="*/ 39 w 144"/>
                <a:gd name="T9" fmla="*/ 62 h 211"/>
                <a:gd name="T10" fmla="*/ 28 w 144"/>
                <a:gd name="T11" fmla="*/ 55 h 211"/>
                <a:gd name="T12" fmla="*/ 17 w 144"/>
                <a:gd name="T13" fmla="*/ 47 h 211"/>
                <a:gd name="T14" fmla="*/ 9 w 144"/>
                <a:gd name="T15" fmla="*/ 35 h 211"/>
                <a:gd name="T16" fmla="*/ 2 w 144"/>
                <a:gd name="T17" fmla="*/ 20 h 211"/>
                <a:gd name="T18" fmla="*/ 0 w 144"/>
                <a:gd name="T19" fmla="*/ 0 h 211"/>
                <a:gd name="T20" fmla="*/ 2 w 144"/>
                <a:gd name="T21" fmla="*/ 0 h 211"/>
                <a:gd name="T22" fmla="*/ 9 w 144"/>
                <a:gd name="T23" fmla="*/ 0 h 211"/>
                <a:gd name="T24" fmla="*/ 17 w 144"/>
                <a:gd name="T25" fmla="*/ 0 h 211"/>
                <a:gd name="T26" fmla="*/ 28 w 144"/>
                <a:gd name="T27" fmla="*/ 2 h 211"/>
                <a:gd name="T28" fmla="*/ 40 w 144"/>
                <a:gd name="T29" fmla="*/ 6 h 211"/>
                <a:gd name="T30" fmla="*/ 51 w 144"/>
                <a:gd name="T31" fmla="*/ 14 h 211"/>
                <a:gd name="T32" fmla="*/ 62 w 144"/>
                <a:gd name="T33" fmla="*/ 25 h 211"/>
                <a:gd name="T34" fmla="*/ 69 w 144"/>
                <a:gd name="T35" fmla="*/ 41 h 211"/>
                <a:gd name="T36" fmla="*/ 73 w 144"/>
                <a:gd name="T37" fmla="*/ 62 h 211"/>
                <a:gd name="T38" fmla="*/ 73 w 144"/>
                <a:gd name="T39" fmla="*/ 60 h 211"/>
                <a:gd name="T40" fmla="*/ 73 w 144"/>
                <a:gd name="T41" fmla="*/ 55 h 211"/>
                <a:gd name="T42" fmla="*/ 74 w 144"/>
                <a:gd name="T43" fmla="*/ 45 h 211"/>
                <a:gd name="T44" fmla="*/ 77 w 144"/>
                <a:gd name="T45" fmla="*/ 36 h 211"/>
                <a:gd name="T46" fmla="*/ 82 w 144"/>
                <a:gd name="T47" fmla="*/ 25 h 211"/>
                <a:gd name="T48" fmla="*/ 91 w 144"/>
                <a:gd name="T49" fmla="*/ 16 h 211"/>
                <a:gd name="T50" fmla="*/ 105 w 144"/>
                <a:gd name="T51" fmla="*/ 8 h 211"/>
                <a:gd name="T52" fmla="*/ 121 w 144"/>
                <a:gd name="T53" fmla="*/ 2 h 211"/>
                <a:gd name="T54" fmla="*/ 144 w 144"/>
                <a:gd name="T55" fmla="*/ 0 h 211"/>
                <a:gd name="T56" fmla="*/ 144 w 144"/>
                <a:gd name="T57" fmla="*/ 2 h 211"/>
                <a:gd name="T58" fmla="*/ 144 w 144"/>
                <a:gd name="T59" fmla="*/ 8 h 211"/>
                <a:gd name="T60" fmla="*/ 141 w 144"/>
                <a:gd name="T61" fmla="*/ 17 h 211"/>
                <a:gd name="T62" fmla="*/ 139 w 144"/>
                <a:gd name="T63" fmla="*/ 28 h 211"/>
                <a:gd name="T64" fmla="*/ 133 w 144"/>
                <a:gd name="T65" fmla="*/ 39 h 211"/>
                <a:gd name="T66" fmla="*/ 125 w 144"/>
                <a:gd name="T67" fmla="*/ 49 h 211"/>
                <a:gd name="T68" fmla="*/ 113 w 144"/>
                <a:gd name="T69" fmla="*/ 59 h 211"/>
                <a:gd name="T70" fmla="*/ 97 w 144"/>
                <a:gd name="T71" fmla="*/ 64 h 211"/>
                <a:gd name="T72" fmla="*/ 77 w 144"/>
                <a:gd name="T73" fmla="*/ 67 h 211"/>
                <a:gd name="T74" fmla="*/ 77 w 144"/>
                <a:gd name="T75" fmla="*/ 211 h 211"/>
                <a:gd name="T76" fmla="*/ 67 w 144"/>
                <a:gd name="T77" fmla="*/ 211 h 211"/>
                <a:gd name="T78" fmla="*/ 67 w 144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9F1EC320-8E8F-AE7E-3594-0A26DA0D31DA}"/>
                </a:ext>
              </a:extLst>
            </p:cNvPr>
            <p:cNvSpPr>
              <a:spLocks/>
            </p:cNvSpPr>
            <p:nvPr/>
          </p:nvSpPr>
          <p:spPr bwMode="gray">
            <a:xfrm>
              <a:off x="2631" y="457"/>
              <a:ext cx="88" cy="132"/>
            </a:xfrm>
            <a:custGeom>
              <a:avLst/>
              <a:gdLst>
                <a:gd name="T0" fmla="*/ 42 w 89"/>
                <a:gd name="T1" fmla="*/ 43 h 132"/>
                <a:gd name="T2" fmla="*/ 39 w 89"/>
                <a:gd name="T3" fmla="*/ 42 h 132"/>
                <a:gd name="T4" fmla="*/ 33 w 89"/>
                <a:gd name="T5" fmla="*/ 42 h 132"/>
                <a:gd name="T6" fmla="*/ 25 w 89"/>
                <a:gd name="T7" fmla="*/ 39 h 132"/>
                <a:gd name="T8" fmla="*/ 16 w 89"/>
                <a:gd name="T9" fmla="*/ 35 h 132"/>
                <a:gd name="T10" fmla="*/ 8 w 89"/>
                <a:gd name="T11" fmla="*/ 27 h 132"/>
                <a:gd name="T12" fmla="*/ 2 w 89"/>
                <a:gd name="T13" fmla="*/ 16 h 132"/>
                <a:gd name="T14" fmla="*/ 0 w 89"/>
                <a:gd name="T15" fmla="*/ 0 h 132"/>
                <a:gd name="T16" fmla="*/ 2 w 89"/>
                <a:gd name="T17" fmla="*/ 0 h 132"/>
                <a:gd name="T18" fmla="*/ 6 w 89"/>
                <a:gd name="T19" fmla="*/ 0 h 132"/>
                <a:gd name="T20" fmla="*/ 12 w 89"/>
                <a:gd name="T21" fmla="*/ 1 h 132"/>
                <a:gd name="T22" fmla="*/ 21 w 89"/>
                <a:gd name="T23" fmla="*/ 3 h 132"/>
                <a:gd name="T24" fmla="*/ 29 w 89"/>
                <a:gd name="T25" fmla="*/ 8 h 132"/>
                <a:gd name="T26" fmla="*/ 37 w 89"/>
                <a:gd name="T27" fmla="*/ 15 h 132"/>
                <a:gd name="T28" fmla="*/ 42 w 89"/>
                <a:gd name="T29" fmla="*/ 26 h 132"/>
                <a:gd name="T30" fmla="*/ 45 w 89"/>
                <a:gd name="T31" fmla="*/ 39 h 132"/>
                <a:gd name="T32" fmla="*/ 45 w 89"/>
                <a:gd name="T33" fmla="*/ 38 h 132"/>
                <a:gd name="T34" fmla="*/ 45 w 89"/>
                <a:gd name="T35" fmla="*/ 34 h 132"/>
                <a:gd name="T36" fmla="*/ 46 w 89"/>
                <a:gd name="T37" fmla="*/ 27 h 132"/>
                <a:gd name="T38" fmla="*/ 49 w 89"/>
                <a:gd name="T39" fmla="*/ 20 h 132"/>
                <a:gd name="T40" fmla="*/ 54 w 89"/>
                <a:gd name="T41" fmla="*/ 14 h 132"/>
                <a:gd name="T42" fmla="*/ 62 w 89"/>
                <a:gd name="T43" fmla="*/ 7 h 132"/>
                <a:gd name="T44" fmla="*/ 73 w 89"/>
                <a:gd name="T45" fmla="*/ 3 h 132"/>
                <a:gd name="T46" fmla="*/ 89 w 89"/>
                <a:gd name="T47" fmla="*/ 0 h 132"/>
                <a:gd name="T48" fmla="*/ 89 w 89"/>
                <a:gd name="T49" fmla="*/ 3 h 132"/>
                <a:gd name="T50" fmla="*/ 88 w 89"/>
                <a:gd name="T51" fmla="*/ 10 h 132"/>
                <a:gd name="T52" fmla="*/ 87 w 89"/>
                <a:gd name="T53" fmla="*/ 18 h 132"/>
                <a:gd name="T54" fmla="*/ 81 w 89"/>
                <a:gd name="T55" fmla="*/ 26 h 132"/>
                <a:gd name="T56" fmla="*/ 74 w 89"/>
                <a:gd name="T57" fmla="*/ 34 h 132"/>
                <a:gd name="T58" fmla="*/ 64 w 89"/>
                <a:gd name="T59" fmla="*/ 41 h 132"/>
                <a:gd name="T60" fmla="*/ 47 w 89"/>
                <a:gd name="T61" fmla="*/ 43 h 132"/>
                <a:gd name="T62" fmla="*/ 47 w 89"/>
                <a:gd name="T63" fmla="*/ 132 h 132"/>
                <a:gd name="T64" fmla="*/ 42 w 89"/>
                <a:gd name="T65" fmla="*/ 132 h 132"/>
                <a:gd name="T66" fmla="*/ 42 w 89"/>
                <a:gd name="T67" fmla="*/ 43 h 13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354590BC-32E4-194B-E9AE-79CB7668F275}"/>
                </a:ext>
              </a:extLst>
            </p:cNvPr>
            <p:cNvSpPr>
              <a:spLocks/>
            </p:cNvSpPr>
            <p:nvPr/>
          </p:nvSpPr>
          <p:spPr bwMode="gray">
            <a:xfrm>
              <a:off x="2431" y="404"/>
              <a:ext cx="88" cy="186"/>
            </a:xfrm>
            <a:custGeom>
              <a:avLst/>
              <a:gdLst>
                <a:gd name="T0" fmla="*/ 43 w 88"/>
                <a:gd name="T1" fmla="*/ 43 h 186"/>
                <a:gd name="T2" fmla="*/ 41 w 88"/>
                <a:gd name="T3" fmla="*/ 43 h 186"/>
                <a:gd name="T4" fmla="*/ 35 w 88"/>
                <a:gd name="T5" fmla="*/ 43 h 186"/>
                <a:gd name="T6" fmla="*/ 27 w 88"/>
                <a:gd name="T7" fmla="*/ 41 h 186"/>
                <a:gd name="T8" fmla="*/ 18 w 88"/>
                <a:gd name="T9" fmla="*/ 35 h 186"/>
                <a:gd name="T10" fmla="*/ 8 w 88"/>
                <a:gd name="T11" fmla="*/ 28 h 186"/>
                <a:gd name="T12" fmla="*/ 3 w 88"/>
                <a:gd name="T13" fmla="*/ 16 h 186"/>
                <a:gd name="T14" fmla="*/ 0 w 88"/>
                <a:gd name="T15" fmla="*/ 0 h 186"/>
                <a:gd name="T16" fmla="*/ 3 w 88"/>
                <a:gd name="T17" fmla="*/ 0 h 186"/>
                <a:gd name="T18" fmla="*/ 8 w 88"/>
                <a:gd name="T19" fmla="*/ 0 h 186"/>
                <a:gd name="T20" fmla="*/ 17 w 88"/>
                <a:gd name="T21" fmla="*/ 1 h 186"/>
                <a:gd name="T22" fmla="*/ 26 w 88"/>
                <a:gd name="T23" fmla="*/ 6 h 186"/>
                <a:gd name="T24" fmla="*/ 35 w 88"/>
                <a:gd name="T25" fmla="*/ 12 h 186"/>
                <a:gd name="T26" fmla="*/ 42 w 88"/>
                <a:gd name="T27" fmla="*/ 24 h 186"/>
                <a:gd name="T28" fmla="*/ 48 w 88"/>
                <a:gd name="T29" fmla="*/ 41 h 186"/>
                <a:gd name="T30" fmla="*/ 48 w 88"/>
                <a:gd name="T31" fmla="*/ 90 h 186"/>
                <a:gd name="T32" fmla="*/ 48 w 88"/>
                <a:gd name="T33" fmla="*/ 88 h 186"/>
                <a:gd name="T34" fmla="*/ 48 w 88"/>
                <a:gd name="T35" fmla="*/ 82 h 186"/>
                <a:gd name="T36" fmla="*/ 50 w 88"/>
                <a:gd name="T37" fmla="*/ 74 h 186"/>
                <a:gd name="T38" fmla="*/ 54 w 88"/>
                <a:gd name="T39" fmla="*/ 66 h 186"/>
                <a:gd name="T40" fmla="*/ 61 w 88"/>
                <a:gd name="T41" fmla="*/ 58 h 186"/>
                <a:gd name="T42" fmla="*/ 72 w 88"/>
                <a:gd name="T43" fmla="*/ 53 h 186"/>
                <a:gd name="T44" fmla="*/ 87 w 88"/>
                <a:gd name="T45" fmla="*/ 50 h 186"/>
                <a:gd name="T46" fmla="*/ 88 w 88"/>
                <a:gd name="T47" fmla="*/ 51 h 186"/>
                <a:gd name="T48" fmla="*/ 88 w 88"/>
                <a:gd name="T49" fmla="*/ 57 h 186"/>
                <a:gd name="T50" fmla="*/ 87 w 88"/>
                <a:gd name="T51" fmla="*/ 64 h 186"/>
                <a:gd name="T52" fmla="*/ 84 w 88"/>
                <a:gd name="T53" fmla="*/ 72 h 186"/>
                <a:gd name="T54" fmla="*/ 80 w 88"/>
                <a:gd name="T55" fmla="*/ 80 h 186"/>
                <a:gd name="T56" fmla="*/ 73 w 88"/>
                <a:gd name="T57" fmla="*/ 86 h 186"/>
                <a:gd name="T58" fmla="*/ 62 w 88"/>
                <a:gd name="T59" fmla="*/ 92 h 186"/>
                <a:gd name="T60" fmla="*/ 48 w 88"/>
                <a:gd name="T61" fmla="*/ 93 h 186"/>
                <a:gd name="T62" fmla="*/ 48 w 88"/>
                <a:gd name="T63" fmla="*/ 186 h 186"/>
                <a:gd name="T64" fmla="*/ 43 w 88"/>
                <a:gd name="T65" fmla="*/ 186 h 186"/>
                <a:gd name="T66" fmla="*/ 43 w 88"/>
                <a:gd name="T67" fmla="*/ 143 h 186"/>
                <a:gd name="T68" fmla="*/ 42 w 88"/>
                <a:gd name="T69" fmla="*/ 143 h 186"/>
                <a:gd name="T70" fmla="*/ 37 w 88"/>
                <a:gd name="T71" fmla="*/ 142 h 186"/>
                <a:gd name="T72" fmla="*/ 29 w 88"/>
                <a:gd name="T73" fmla="*/ 140 h 186"/>
                <a:gd name="T74" fmla="*/ 22 w 88"/>
                <a:gd name="T75" fmla="*/ 136 h 186"/>
                <a:gd name="T76" fmla="*/ 14 w 88"/>
                <a:gd name="T77" fmla="*/ 130 h 186"/>
                <a:gd name="T78" fmla="*/ 8 w 88"/>
                <a:gd name="T79" fmla="*/ 120 h 186"/>
                <a:gd name="T80" fmla="*/ 7 w 88"/>
                <a:gd name="T81" fmla="*/ 105 h 186"/>
                <a:gd name="T82" fmla="*/ 8 w 88"/>
                <a:gd name="T83" fmla="*/ 105 h 186"/>
                <a:gd name="T84" fmla="*/ 12 w 88"/>
                <a:gd name="T85" fmla="*/ 107 h 186"/>
                <a:gd name="T86" fmla="*/ 19 w 88"/>
                <a:gd name="T87" fmla="*/ 108 h 186"/>
                <a:gd name="T88" fmla="*/ 26 w 88"/>
                <a:gd name="T89" fmla="*/ 111 h 186"/>
                <a:gd name="T90" fmla="*/ 34 w 88"/>
                <a:gd name="T91" fmla="*/ 117 h 186"/>
                <a:gd name="T92" fmla="*/ 39 w 88"/>
                <a:gd name="T93" fmla="*/ 127 h 186"/>
                <a:gd name="T94" fmla="*/ 43 w 88"/>
                <a:gd name="T95" fmla="*/ 140 h 186"/>
                <a:gd name="T96" fmla="*/ 43 w 88"/>
                <a:gd name="T97" fmla="*/ 43 h 18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BF3622B-F618-6DE5-7002-F94BD9F5B65F}"/>
                </a:ext>
              </a:extLst>
            </p:cNvPr>
            <p:cNvSpPr>
              <a:spLocks/>
            </p:cNvSpPr>
            <p:nvPr/>
          </p:nvSpPr>
          <p:spPr bwMode="gray">
            <a:xfrm>
              <a:off x="1915" y="234"/>
              <a:ext cx="166" cy="356"/>
            </a:xfrm>
            <a:custGeom>
              <a:avLst/>
              <a:gdLst>
                <a:gd name="T0" fmla="*/ 85 w 166"/>
                <a:gd name="T1" fmla="*/ 84 h 356"/>
                <a:gd name="T2" fmla="*/ 101 w 166"/>
                <a:gd name="T3" fmla="*/ 81 h 356"/>
                <a:gd name="T4" fmla="*/ 124 w 166"/>
                <a:gd name="T5" fmla="*/ 73 h 356"/>
                <a:gd name="T6" fmla="*/ 148 w 166"/>
                <a:gd name="T7" fmla="*/ 56 h 356"/>
                <a:gd name="T8" fmla="*/ 163 w 166"/>
                <a:gd name="T9" fmla="*/ 23 h 356"/>
                <a:gd name="T10" fmla="*/ 163 w 166"/>
                <a:gd name="T11" fmla="*/ 0 h 356"/>
                <a:gd name="T12" fmla="*/ 148 w 166"/>
                <a:gd name="T13" fmla="*/ 0 h 356"/>
                <a:gd name="T14" fmla="*/ 125 w 166"/>
                <a:gd name="T15" fmla="*/ 6 h 356"/>
                <a:gd name="T16" fmla="*/ 101 w 166"/>
                <a:gd name="T17" fmla="*/ 22 h 356"/>
                <a:gd name="T18" fmla="*/ 82 w 166"/>
                <a:gd name="T19" fmla="*/ 54 h 356"/>
                <a:gd name="T20" fmla="*/ 77 w 166"/>
                <a:gd name="T21" fmla="*/ 173 h 356"/>
                <a:gd name="T22" fmla="*/ 77 w 166"/>
                <a:gd name="T23" fmla="*/ 165 h 356"/>
                <a:gd name="T24" fmla="*/ 71 w 166"/>
                <a:gd name="T25" fmla="*/ 146 h 356"/>
                <a:gd name="T26" fmla="*/ 60 w 166"/>
                <a:gd name="T27" fmla="*/ 123 h 356"/>
                <a:gd name="T28" fmla="*/ 38 w 166"/>
                <a:gd name="T29" fmla="*/ 104 h 356"/>
                <a:gd name="T30" fmla="*/ 0 w 166"/>
                <a:gd name="T31" fmla="*/ 96 h 356"/>
                <a:gd name="T32" fmla="*/ 0 w 166"/>
                <a:gd name="T33" fmla="*/ 103 h 356"/>
                <a:gd name="T34" fmla="*/ 0 w 166"/>
                <a:gd name="T35" fmla="*/ 120 h 356"/>
                <a:gd name="T36" fmla="*/ 8 w 166"/>
                <a:gd name="T37" fmla="*/ 143 h 356"/>
                <a:gd name="T38" fmla="*/ 24 w 166"/>
                <a:gd name="T39" fmla="*/ 163 h 356"/>
                <a:gd name="T40" fmla="*/ 55 w 166"/>
                <a:gd name="T41" fmla="*/ 177 h 356"/>
                <a:gd name="T42" fmla="*/ 77 w 166"/>
                <a:gd name="T43" fmla="*/ 356 h 356"/>
                <a:gd name="T44" fmla="*/ 82 w 166"/>
                <a:gd name="T45" fmla="*/ 274 h 356"/>
                <a:gd name="T46" fmla="*/ 91 w 166"/>
                <a:gd name="T47" fmla="*/ 273 h 356"/>
                <a:gd name="T48" fmla="*/ 112 w 166"/>
                <a:gd name="T49" fmla="*/ 267 h 356"/>
                <a:gd name="T50" fmla="*/ 135 w 166"/>
                <a:gd name="T51" fmla="*/ 252 h 356"/>
                <a:gd name="T52" fmla="*/ 151 w 166"/>
                <a:gd name="T53" fmla="*/ 224 h 356"/>
                <a:gd name="T54" fmla="*/ 152 w 166"/>
                <a:gd name="T55" fmla="*/ 203 h 356"/>
                <a:gd name="T56" fmla="*/ 137 w 166"/>
                <a:gd name="T57" fmla="*/ 204 h 356"/>
                <a:gd name="T58" fmla="*/ 117 w 166"/>
                <a:gd name="T59" fmla="*/ 211 h 356"/>
                <a:gd name="T60" fmla="*/ 97 w 166"/>
                <a:gd name="T61" fmla="*/ 231 h 356"/>
                <a:gd name="T62" fmla="*/ 82 w 166"/>
                <a:gd name="T63" fmla="*/ 267 h 3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D2DB5DC-7110-BE0A-0CB5-3A0166935BC2}"/>
                </a:ext>
              </a:extLst>
            </p:cNvPr>
            <p:cNvSpPr>
              <a:spLocks/>
            </p:cNvSpPr>
            <p:nvPr/>
          </p:nvSpPr>
          <p:spPr bwMode="gray">
            <a:xfrm>
              <a:off x="2515" y="380"/>
              <a:ext cx="93" cy="210"/>
            </a:xfrm>
            <a:custGeom>
              <a:avLst/>
              <a:gdLst>
                <a:gd name="T0" fmla="*/ 43 w 92"/>
                <a:gd name="T1" fmla="*/ 162 h 210"/>
                <a:gd name="T2" fmla="*/ 36 w 92"/>
                <a:gd name="T3" fmla="*/ 160 h 210"/>
                <a:gd name="T4" fmla="*/ 23 w 92"/>
                <a:gd name="T5" fmla="*/ 155 h 210"/>
                <a:gd name="T6" fmla="*/ 12 w 92"/>
                <a:gd name="T7" fmla="*/ 141 h 210"/>
                <a:gd name="T8" fmla="*/ 12 w 92"/>
                <a:gd name="T9" fmla="*/ 129 h 210"/>
                <a:gd name="T10" fmla="*/ 23 w 92"/>
                <a:gd name="T11" fmla="*/ 132 h 210"/>
                <a:gd name="T12" fmla="*/ 38 w 92"/>
                <a:gd name="T13" fmla="*/ 145 h 210"/>
                <a:gd name="T14" fmla="*/ 43 w 92"/>
                <a:gd name="T15" fmla="*/ 108 h 210"/>
                <a:gd name="T16" fmla="*/ 35 w 92"/>
                <a:gd name="T17" fmla="*/ 106 h 210"/>
                <a:gd name="T18" fmla="*/ 20 w 92"/>
                <a:gd name="T19" fmla="*/ 101 h 210"/>
                <a:gd name="T20" fmla="*/ 7 w 92"/>
                <a:gd name="T21" fmla="*/ 83 h 210"/>
                <a:gd name="T22" fmla="*/ 7 w 92"/>
                <a:gd name="T23" fmla="*/ 70 h 210"/>
                <a:gd name="T24" fmla="*/ 17 w 92"/>
                <a:gd name="T25" fmla="*/ 71 h 210"/>
                <a:gd name="T26" fmla="*/ 31 w 92"/>
                <a:gd name="T27" fmla="*/ 81 h 210"/>
                <a:gd name="T28" fmla="*/ 43 w 92"/>
                <a:gd name="T29" fmla="*/ 105 h 210"/>
                <a:gd name="T30" fmla="*/ 40 w 92"/>
                <a:gd name="T31" fmla="*/ 43 h 210"/>
                <a:gd name="T32" fmla="*/ 26 w 92"/>
                <a:gd name="T33" fmla="*/ 39 h 210"/>
                <a:gd name="T34" fmla="*/ 8 w 92"/>
                <a:gd name="T35" fmla="*/ 27 h 210"/>
                <a:gd name="T36" fmla="*/ 0 w 92"/>
                <a:gd name="T37" fmla="*/ 0 h 210"/>
                <a:gd name="T38" fmla="*/ 7 w 92"/>
                <a:gd name="T39" fmla="*/ 0 h 210"/>
                <a:gd name="T40" fmla="*/ 23 w 92"/>
                <a:gd name="T41" fmla="*/ 5 h 210"/>
                <a:gd name="T42" fmla="*/ 39 w 92"/>
                <a:gd name="T43" fmla="*/ 23 h 210"/>
                <a:gd name="T44" fmla="*/ 46 w 92"/>
                <a:gd name="T45" fmla="*/ 38 h 210"/>
                <a:gd name="T46" fmla="*/ 51 w 92"/>
                <a:gd name="T47" fmla="*/ 24 h 210"/>
                <a:gd name="T48" fmla="*/ 66 w 92"/>
                <a:gd name="T49" fmla="*/ 8 h 210"/>
                <a:gd name="T50" fmla="*/ 92 w 92"/>
                <a:gd name="T51" fmla="*/ 0 h 210"/>
                <a:gd name="T52" fmla="*/ 90 w 92"/>
                <a:gd name="T53" fmla="*/ 8 h 210"/>
                <a:gd name="T54" fmla="*/ 82 w 92"/>
                <a:gd name="T55" fmla="*/ 25 h 210"/>
                <a:gd name="T56" fmla="*/ 63 w 92"/>
                <a:gd name="T57" fmla="*/ 40 h 210"/>
                <a:gd name="T58" fmla="*/ 49 w 92"/>
                <a:gd name="T59" fmla="*/ 124 h 210"/>
                <a:gd name="T60" fmla="*/ 50 w 92"/>
                <a:gd name="T61" fmla="*/ 116 h 210"/>
                <a:gd name="T62" fmla="*/ 59 w 92"/>
                <a:gd name="T63" fmla="*/ 100 h 210"/>
                <a:gd name="T64" fmla="*/ 81 w 92"/>
                <a:gd name="T65" fmla="*/ 92 h 210"/>
                <a:gd name="T66" fmla="*/ 80 w 92"/>
                <a:gd name="T67" fmla="*/ 98 h 210"/>
                <a:gd name="T68" fmla="*/ 73 w 92"/>
                <a:gd name="T69" fmla="*/ 114 h 210"/>
                <a:gd name="T70" fmla="*/ 59 w 92"/>
                <a:gd name="T71" fmla="*/ 127 h 210"/>
                <a:gd name="T72" fmla="*/ 49 w 92"/>
                <a:gd name="T73" fmla="*/ 210 h 2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98E38B44-0C0C-5DE6-1C9D-9864C58C28B4}"/>
                </a:ext>
              </a:extLst>
            </p:cNvPr>
            <p:cNvSpPr>
              <a:spLocks/>
            </p:cNvSpPr>
            <p:nvPr/>
          </p:nvSpPr>
          <p:spPr bwMode="gray">
            <a:xfrm>
              <a:off x="1567" y="298"/>
              <a:ext cx="128" cy="292"/>
            </a:xfrm>
            <a:custGeom>
              <a:avLst/>
              <a:gdLst>
                <a:gd name="T0" fmla="*/ 61 w 128"/>
                <a:gd name="T1" fmla="*/ 225 h 292"/>
                <a:gd name="T2" fmla="*/ 54 w 128"/>
                <a:gd name="T3" fmla="*/ 225 h 292"/>
                <a:gd name="T4" fmla="*/ 38 w 128"/>
                <a:gd name="T5" fmla="*/ 219 h 292"/>
                <a:gd name="T6" fmla="*/ 23 w 128"/>
                <a:gd name="T7" fmla="*/ 206 h 292"/>
                <a:gd name="T8" fmla="*/ 15 w 128"/>
                <a:gd name="T9" fmla="*/ 180 h 292"/>
                <a:gd name="T10" fmla="*/ 23 w 128"/>
                <a:gd name="T11" fmla="*/ 180 h 292"/>
                <a:gd name="T12" fmla="*/ 38 w 128"/>
                <a:gd name="T13" fmla="*/ 186 h 292"/>
                <a:gd name="T14" fmla="*/ 54 w 128"/>
                <a:gd name="T15" fmla="*/ 205 h 292"/>
                <a:gd name="T16" fmla="*/ 61 w 128"/>
                <a:gd name="T17" fmla="*/ 151 h 292"/>
                <a:gd name="T18" fmla="*/ 52 w 128"/>
                <a:gd name="T19" fmla="*/ 149 h 292"/>
                <a:gd name="T20" fmla="*/ 34 w 128"/>
                <a:gd name="T21" fmla="*/ 144 h 292"/>
                <a:gd name="T22" fmla="*/ 16 w 128"/>
                <a:gd name="T23" fmla="*/ 128 h 292"/>
                <a:gd name="T24" fmla="*/ 8 w 128"/>
                <a:gd name="T25" fmla="*/ 98 h 292"/>
                <a:gd name="T26" fmla="*/ 15 w 128"/>
                <a:gd name="T27" fmla="*/ 97 h 292"/>
                <a:gd name="T28" fmla="*/ 29 w 128"/>
                <a:gd name="T29" fmla="*/ 101 h 292"/>
                <a:gd name="T30" fmla="*/ 47 w 128"/>
                <a:gd name="T31" fmla="*/ 116 h 292"/>
                <a:gd name="T32" fmla="*/ 61 w 128"/>
                <a:gd name="T33" fmla="*/ 147 h 292"/>
                <a:gd name="T34" fmla="*/ 58 w 128"/>
                <a:gd name="T35" fmla="*/ 60 h 292"/>
                <a:gd name="T36" fmla="*/ 44 w 128"/>
                <a:gd name="T37" fmla="*/ 58 h 292"/>
                <a:gd name="T38" fmla="*/ 25 w 128"/>
                <a:gd name="T39" fmla="*/ 50 h 292"/>
                <a:gd name="T40" fmla="*/ 8 w 128"/>
                <a:gd name="T41" fmla="*/ 32 h 292"/>
                <a:gd name="T42" fmla="*/ 0 w 128"/>
                <a:gd name="T43" fmla="*/ 0 h 292"/>
                <a:gd name="T44" fmla="*/ 8 w 128"/>
                <a:gd name="T45" fmla="*/ 0 h 292"/>
                <a:gd name="T46" fmla="*/ 27 w 128"/>
                <a:gd name="T47" fmla="*/ 5 h 292"/>
                <a:gd name="T48" fmla="*/ 48 w 128"/>
                <a:gd name="T49" fmla="*/ 21 h 292"/>
                <a:gd name="T50" fmla="*/ 65 w 128"/>
                <a:gd name="T51" fmla="*/ 56 h 292"/>
                <a:gd name="T52" fmla="*/ 66 w 128"/>
                <a:gd name="T53" fmla="*/ 48 h 292"/>
                <a:gd name="T54" fmla="*/ 77 w 128"/>
                <a:gd name="T55" fmla="*/ 28 h 292"/>
                <a:gd name="T56" fmla="*/ 96 w 128"/>
                <a:gd name="T57" fmla="*/ 9 h 292"/>
                <a:gd name="T58" fmla="*/ 128 w 128"/>
                <a:gd name="T59" fmla="*/ 0 h 292"/>
                <a:gd name="T60" fmla="*/ 127 w 128"/>
                <a:gd name="T61" fmla="*/ 9 h 292"/>
                <a:gd name="T62" fmla="*/ 119 w 128"/>
                <a:gd name="T63" fmla="*/ 31 h 292"/>
                <a:gd name="T64" fmla="*/ 101 w 128"/>
                <a:gd name="T65" fmla="*/ 51 h 292"/>
                <a:gd name="T66" fmla="*/ 67 w 128"/>
                <a:gd name="T67" fmla="*/ 60 h 292"/>
                <a:gd name="T68" fmla="*/ 69 w 128"/>
                <a:gd name="T69" fmla="*/ 170 h 292"/>
                <a:gd name="T70" fmla="*/ 73 w 128"/>
                <a:gd name="T71" fmla="*/ 155 h 292"/>
                <a:gd name="T72" fmla="*/ 86 w 128"/>
                <a:gd name="T73" fmla="*/ 136 h 292"/>
                <a:gd name="T74" fmla="*/ 113 w 128"/>
                <a:gd name="T75" fmla="*/ 128 h 292"/>
                <a:gd name="T76" fmla="*/ 112 w 128"/>
                <a:gd name="T77" fmla="*/ 136 h 292"/>
                <a:gd name="T78" fmla="*/ 105 w 128"/>
                <a:gd name="T79" fmla="*/ 153 h 292"/>
                <a:gd name="T80" fmla="*/ 92 w 128"/>
                <a:gd name="T81" fmla="*/ 172 h 292"/>
                <a:gd name="T82" fmla="*/ 67 w 128"/>
                <a:gd name="T83" fmla="*/ 180 h 292"/>
                <a:gd name="T84" fmla="*/ 61 w 128"/>
                <a:gd name="T85" fmla="*/ 292 h 2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3192FC05-AE73-1801-DA56-F118E8770FF1}"/>
                </a:ext>
              </a:extLst>
            </p:cNvPr>
            <p:cNvSpPr>
              <a:spLocks/>
            </p:cNvSpPr>
            <p:nvPr/>
          </p:nvSpPr>
          <p:spPr bwMode="gray">
            <a:xfrm>
              <a:off x="2597" y="333"/>
              <a:ext cx="68" cy="257"/>
            </a:xfrm>
            <a:custGeom>
              <a:avLst/>
              <a:gdLst>
                <a:gd name="T0" fmla="*/ 31 w 68"/>
                <a:gd name="T1" fmla="*/ 164 h 257"/>
                <a:gd name="T2" fmla="*/ 23 w 68"/>
                <a:gd name="T3" fmla="*/ 163 h 257"/>
                <a:gd name="T4" fmla="*/ 8 w 68"/>
                <a:gd name="T5" fmla="*/ 155 h 257"/>
                <a:gd name="T6" fmla="*/ 0 w 68"/>
                <a:gd name="T7" fmla="*/ 132 h 257"/>
                <a:gd name="T8" fmla="*/ 7 w 68"/>
                <a:gd name="T9" fmla="*/ 132 h 257"/>
                <a:gd name="T10" fmla="*/ 22 w 68"/>
                <a:gd name="T11" fmla="*/ 139 h 257"/>
                <a:gd name="T12" fmla="*/ 31 w 68"/>
                <a:gd name="T13" fmla="*/ 160 h 257"/>
                <a:gd name="T14" fmla="*/ 29 w 68"/>
                <a:gd name="T15" fmla="*/ 101 h 257"/>
                <a:gd name="T16" fmla="*/ 16 w 68"/>
                <a:gd name="T17" fmla="*/ 97 h 257"/>
                <a:gd name="T18" fmla="*/ 3 w 68"/>
                <a:gd name="T19" fmla="*/ 83 h 257"/>
                <a:gd name="T20" fmla="*/ 3 w 68"/>
                <a:gd name="T21" fmla="*/ 70 h 257"/>
                <a:gd name="T22" fmla="*/ 15 w 68"/>
                <a:gd name="T23" fmla="*/ 74 h 257"/>
                <a:gd name="T24" fmla="*/ 27 w 68"/>
                <a:gd name="T25" fmla="*/ 86 h 257"/>
                <a:gd name="T26" fmla="*/ 31 w 68"/>
                <a:gd name="T27" fmla="*/ 31 h 257"/>
                <a:gd name="T28" fmla="*/ 33 w 68"/>
                <a:gd name="T29" fmla="*/ 23 h 257"/>
                <a:gd name="T30" fmla="*/ 41 w 68"/>
                <a:gd name="T31" fmla="*/ 8 h 257"/>
                <a:gd name="T32" fmla="*/ 62 w 68"/>
                <a:gd name="T33" fmla="*/ 0 h 257"/>
                <a:gd name="T34" fmla="*/ 61 w 68"/>
                <a:gd name="T35" fmla="*/ 8 h 257"/>
                <a:gd name="T36" fmla="*/ 53 w 68"/>
                <a:gd name="T37" fmla="*/ 23 h 257"/>
                <a:gd name="T38" fmla="*/ 35 w 68"/>
                <a:gd name="T39" fmla="*/ 31 h 257"/>
                <a:gd name="T40" fmla="*/ 35 w 68"/>
                <a:gd name="T41" fmla="*/ 75 h 257"/>
                <a:gd name="T42" fmla="*/ 39 w 68"/>
                <a:gd name="T43" fmla="*/ 62 h 257"/>
                <a:gd name="T44" fmla="*/ 54 w 68"/>
                <a:gd name="T45" fmla="*/ 48 h 257"/>
                <a:gd name="T46" fmla="*/ 68 w 68"/>
                <a:gd name="T47" fmla="*/ 48 h 257"/>
                <a:gd name="T48" fmla="*/ 66 w 68"/>
                <a:gd name="T49" fmla="*/ 59 h 257"/>
                <a:gd name="T50" fmla="*/ 58 w 68"/>
                <a:gd name="T51" fmla="*/ 72 h 257"/>
                <a:gd name="T52" fmla="*/ 35 w 68"/>
                <a:gd name="T53" fmla="*/ 82 h 257"/>
                <a:gd name="T54" fmla="*/ 35 w 68"/>
                <a:gd name="T55" fmla="*/ 143 h 257"/>
                <a:gd name="T56" fmla="*/ 38 w 68"/>
                <a:gd name="T57" fmla="*/ 132 h 257"/>
                <a:gd name="T58" fmla="*/ 49 w 68"/>
                <a:gd name="T59" fmla="*/ 122 h 257"/>
                <a:gd name="T60" fmla="*/ 60 w 68"/>
                <a:gd name="T61" fmla="*/ 122 h 257"/>
                <a:gd name="T62" fmla="*/ 58 w 68"/>
                <a:gd name="T63" fmla="*/ 133 h 257"/>
                <a:gd name="T64" fmla="*/ 47 w 68"/>
                <a:gd name="T65" fmla="*/ 144 h 257"/>
                <a:gd name="T66" fmla="*/ 35 w 68"/>
                <a:gd name="T67" fmla="*/ 257 h 2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0002C3C-3570-6862-BD8E-FEFCAB30181F}"/>
                </a:ext>
              </a:extLst>
            </p:cNvPr>
            <p:cNvSpPr>
              <a:spLocks/>
            </p:cNvSpPr>
            <p:nvPr/>
          </p:nvSpPr>
          <p:spPr bwMode="gray">
            <a:xfrm>
              <a:off x="1673" y="165"/>
              <a:ext cx="111" cy="425"/>
            </a:xfrm>
            <a:custGeom>
              <a:avLst/>
              <a:gdLst>
                <a:gd name="T0" fmla="*/ 52 w 111"/>
                <a:gd name="T1" fmla="*/ 272 h 425"/>
                <a:gd name="T2" fmla="*/ 44 w 111"/>
                <a:gd name="T3" fmla="*/ 270 h 425"/>
                <a:gd name="T4" fmla="*/ 26 w 111"/>
                <a:gd name="T5" fmla="*/ 265 h 425"/>
                <a:gd name="T6" fmla="*/ 8 w 111"/>
                <a:gd name="T7" fmla="*/ 249 h 425"/>
                <a:gd name="T8" fmla="*/ 0 w 111"/>
                <a:gd name="T9" fmla="*/ 219 h 425"/>
                <a:gd name="T10" fmla="*/ 8 w 111"/>
                <a:gd name="T11" fmla="*/ 219 h 425"/>
                <a:gd name="T12" fmla="*/ 25 w 111"/>
                <a:gd name="T13" fmla="*/ 223 h 425"/>
                <a:gd name="T14" fmla="*/ 41 w 111"/>
                <a:gd name="T15" fmla="*/ 235 h 425"/>
                <a:gd name="T16" fmla="*/ 52 w 111"/>
                <a:gd name="T17" fmla="*/ 265 h 425"/>
                <a:gd name="T18" fmla="*/ 50 w 111"/>
                <a:gd name="T19" fmla="*/ 168 h 425"/>
                <a:gd name="T20" fmla="*/ 35 w 111"/>
                <a:gd name="T21" fmla="*/ 165 h 425"/>
                <a:gd name="T22" fmla="*/ 17 w 111"/>
                <a:gd name="T23" fmla="*/ 156 h 425"/>
                <a:gd name="T24" fmla="*/ 3 w 111"/>
                <a:gd name="T25" fmla="*/ 134 h 425"/>
                <a:gd name="T26" fmla="*/ 3 w 111"/>
                <a:gd name="T27" fmla="*/ 116 h 425"/>
                <a:gd name="T28" fmla="*/ 19 w 111"/>
                <a:gd name="T29" fmla="*/ 120 h 425"/>
                <a:gd name="T30" fmla="*/ 39 w 111"/>
                <a:gd name="T31" fmla="*/ 133 h 425"/>
                <a:gd name="T32" fmla="*/ 52 w 111"/>
                <a:gd name="T33" fmla="*/ 161 h 425"/>
                <a:gd name="T34" fmla="*/ 53 w 111"/>
                <a:gd name="T35" fmla="*/ 50 h 425"/>
                <a:gd name="T36" fmla="*/ 54 w 111"/>
                <a:gd name="T37" fmla="*/ 36 h 425"/>
                <a:gd name="T38" fmla="*/ 65 w 111"/>
                <a:gd name="T39" fmla="*/ 17 h 425"/>
                <a:gd name="T40" fmla="*/ 87 w 111"/>
                <a:gd name="T41" fmla="*/ 3 h 425"/>
                <a:gd name="T42" fmla="*/ 103 w 111"/>
                <a:gd name="T43" fmla="*/ 3 h 425"/>
                <a:gd name="T44" fmla="*/ 99 w 111"/>
                <a:gd name="T45" fmla="*/ 21 h 425"/>
                <a:gd name="T46" fmla="*/ 84 w 111"/>
                <a:gd name="T47" fmla="*/ 42 h 425"/>
                <a:gd name="T48" fmla="*/ 58 w 111"/>
                <a:gd name="T49" fmla="*/ 52 h 425"/>
                <a:gd name="T50" fmla="*/ 58 w 111"/>
                <a:gd name="T51" fmla="*/ 127 h 425"/>
                <a:gd name="T52" fmla="*/ 61 w 111"/>
                <a:gd name="T53" fmla="*/ 112 h 425"/>
                <a:gd name="T54" fmla="*/ 72 w 111"/>
                <a:gd name="T55" fmla="*/ 94 h 425"/>
                <a:gd name="T56" fmla="*/ 93 w 111"/>
                <a:gd name="T57" fmla="*/ 80 h 425"/>
                <a:gd name="T58" fmla="*/ 111 w 111"/>
                <a:gd name="T59" fmla="*/ 80 h 425"/>
                <a:gd name="T60" fmla="*/ 111 w 111"/>
                <a:gd name="T61" fmla="*/ 91 h 425"/>
                <a:gd name="T62" fmla="*/ 107 w 111"/>
                <a:gd name="T63" fmla="*/ 108 h 425"/>
                <a:gd name="T64" fmla="*/ 91 w 111"/>
                <a:gd name="T65" fmla="*/ 126 h 425"/>
                <a:gd name="T66" fmla="*/ 58 w 111"/>
                <a:gd name="T67" fmla="*/ 135 h 425"/>
                <a:gd name="T68" fmla="*/ 58 w 111"/>
                <a:gd name="T69" fmla="*/ 236 h 425"/>
                <a:gd name="T70" fmla="*/ 61 w 111"/>
                <a:gd name="T71" fmla="*/ 223 h 425"/>
                <a:gd name="T72" fmla="*/ 73 w 111"/>
                <a:gd name="T73" fmla="*/ 208 h 425"/>
                <a:gd name="T74" fmla="*/ 97 w 111"/>
                <a:gd name="T75" fmla="*/ 200 h 425"/>
                <a:gd name="T76" fmla="*/ 99 w 111"/>
                <a:gd name="T77" fmla="*/ 207 h 425"/>
                <a:gd name="T78" fmla="*/ 97 w 111"/>
                <a:gd name="T79" fmla="*/ 220 h 425"/>
                <a:gd name="T80" fmla="*/ 87 w 111"/>
                <a:gd name="T81" fmla="*/ 235 h 425"/>
                <a:gd name="T82" fmla="*/ 58 w 111"/>
                <a:gd name="T83" fmla="*/ 245 h 425"/>
                <a:gd name="T84" fmla="*/ 52 w 111"/>
                <a:gd name="T85" fmla="*/ 425 h 4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8951C08-5889-5DB0-6BDD-9A49AE782DC6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5" y="362"/>
              <a:ext cx="100" cy="228"/>
            </a:xfrm>
            <a:custGeom>
              <a:avLst/>
              <a:gdLst>
                <a:gd name="T0" fmla="*/ 52 w 100"/>
                <a:gd name="T1" fmla="*/ 176 h 228"/>
                <a:gd name="T2" fmla="*/ 59 w 100"/>
                <a:gd name="T3" fmla="*/ 176 h 228"/>
                <a:gd name="T4" fmla="*/ 74 w 100"/>
                <a:gd name="T5" fmla="*/ 169 h 228"/>
                <a:gd name="T6" fmla="*/ 86 w 100"/>
                <a:gd name="T7" fmla="*/ 154 h 228"/>
                <a:gd name="T8" fmla="*/ 86 w 100"/>
                <a:gd name="T9" fmla="*/ 141 h 228"/>
                <a:gd name="T10" fmla="*/ 74 w 100"/>
                <a:gd name="T11" fmla="*/ 143 h 228"/>
                <a:gd name="T12" fmla="*/ 58 w 100"/>
                <a:gd name="T13" fmla="*/ 158 h 228"/>
                <a:gd name="T14" fmla="*/ 52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2 w 100"/>
                <a:gd name="T29" fmla="*/ 115 h 228"/>
                <a:gd name="T30" fmla="*/ 55 w 100"/>
                <a:gd name="T31" fmla="*/ 48 h 228"/>
                <a:gd name="T32" fmla="*/ 67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3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1 w 100"/>
                <a:gd name="T53" fmla="*/ 3 h 228"/>
                <a:gd name="T54" fmla="*/ 5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5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5 w 100"/>
                <a:gd name="T71" fmla="*/ 132 h 228"/>
                <a:gd name="T72" fmla="*/ 47 w 100"/>
                <a:gd name="T73" fmla="*/ 141 h 228"/>
                <a:gd name="T74" fmla="*/ 52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9DB62CB-725F-AC8B-C19E-50EA6AB5A5CA}"/>
                </a:ext>
              </a:extLst>
            </p:cNvPr>
            <p:cNvSpPr>
              <a:spLocks/>
            </p:cNvSpPr>
            <p:nvPr/>
          </p:nvSpPr>
          <p:spPr bwMode="gray">
            <a:xfrm>
              <a:off x="2921" y="362"/>
              <a:ext cx="100" cy="228"/>
            </a:xfrm>
            <a:custGeom>
              <a:avLst/>
              <a:gdLst>
                <a:gd name="T0" fmla="*/ 53 w 100"/>
                <a:gd name="T1" fmla="*/ 176 h 228"/>
                <a:gd name="T2" fmla="*/ 60 w 100"/>
                <a:gd name="T3" fmla="*/ 176 h 228"/>
                <a:gd name="T4" fmla="*/ 74 w 100"/>
                <a:gd name="T5" fmla="*/ 169 h 228"/>
                <a:gd name="T6" fmla="*/ 87 w 100"/>
                <a:gd name="T7" fmla="*/ 154 h 228"/>
                <a:gd name="T8" fmla="*/ 87 w 100"/>
                <a:gd name="T9" fmla="*/ 141 h 228"/>
                <a:gd name="T10" fmla="*/ 74 w 100"/>
                <a:gd name="T11" fmla="*/ 143 h 228"/>
                <a:gd name="T12" fmla="*/ 60 w 100"/>
                <a:gd name="T13" fmla="*/ 158 h 228"/>
                <a:gd name="T14" fmla="*/ 53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3 w 100"/>
                <a:gd name="T29" fmla="*/ 115 h 228"/>
                <a:gd name="T30" fmla="*/ 56 w 100"/>
                <a:gd name="T31" fmla="*/ 48 h 228"/>
                <a:gd name="T32" fmla="*/ 68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4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2 w 100"/>
                <a:gd name="T53" fmla="*/ 3 h 228"/>
                <a:gd name="T54" fmla="*/ 6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6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6 w 100"/>
                <a:gd name="T71" fmla="*/ 132 h 228"/>
                <a:gd name="T72" fmla="*/ 47 w 100"/>
                <a:gd name="T73" fmla="*/ 141 h 228"/>
                <a:gd name="T74" fmla="*/ 53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F001BDE0-57B0-80CC-2E3C-9B616F617811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3" y="187"/>
              <a:ext cx="175" cy="402"/>
            </a:xfrm>
            <a:custGeom>
              <a:avLst/>
              <a:gdLst>
                <a:gd name="T0" fmla="*/ 93 w 175"/>
                <a:gd name="T1" fmla="*/ 309 h 402"/>
                <a:gd name="T2" fmla="*/ 101 w 175"/>
                <a:gd name="T3" fmla="*/ 309 h 402"/>
                <a:gd name="T4" fmla="*/ 118 w 175"/>
                <a:gd name="T5" fmla="*/ 304 h 402"/>
                <a:gd name="T6" fmla="*/ 138 w 175"/>
                <a:gd name="T7" fmla="*/ 292 h 402"/>
                <a:gd name="T8" fmla="*/ 152 w 175"/>
                <a:gd name="T9" fmla="*/ 266 h 402"/>
                <a:gd name="T10" fmla="*/ 152 w 175"/>
                <a:gd name="T11" fmla="*/ 247 h 402"/>
                <a:gd name="T12" fmla="*/ 138 w 175"/>
                <a:gd name="T13" fmla="*/ 250 h 402"/>
                <a:gd name="T14" fmla="*/ 120 w 175"/>
                <a:gd name="T15" fmla="*/ 259 h 402"/>
                <a:gd name="T16" fmla="*/ 99 w 175"/>
                <a:gd name="T17" fmla="*/ 285 h 402"/>
                <a:gd name="T18" fmla="*/ 93 w 175"/>
                <a:gd name="T19" fmla="*/ 207 h 402"/>
                <a:gd name="T20" fmla="*/ 102 w 175"/>
                <a:gd name="T21" fmla="*/ 205 h 402"/>
                <a:gd name="T22" fmla="*/ 122 w 175"/>
                <a:gd name="T23" fmla="*/ 200 h 402"/>
                <a:gd name="T24" fmla="*/ 147 w 175"/>
                <a:gd name="T25" fmla="*/ 185 h 402"/>
                <a:gd name="T26" fmla="*/ 163 w 175"/>
                <a:gd name="T27" fmla="*/ 155 h 402"/>
                <a:gd name="T28" fmla="*/ 163 w 175"/>
                <a:gd name="T29" fmla="*/ 134 h 402"/>
                <a:gd name="T30" fmla="*/ 149 w 175"/>
                <a:gd name="T31" fmla="*/ 135 h 402"/>
                <a:gd name="T32" fmla="*/ 129 w 175"/>
                <a:gd name="T33" fmla="*/ 142 h 402"/>
                <a:gd name="T34" fmla="*/ 107 w 175"/>
                <a:gd name="T35" fmla="*/ 162 h 402"/>
                <a:gd name="T36" fmla="*/ 93 w 175"/>
                <a:gd name="T37" fmla="*/ 201 h 402"/>
                <a:gd name="T38" fmla="*/ 95 w 175"/>
                <a:gd name="T39" fmla="*/ 83 h 402"/>
                <a:gd name="T40" fmla="*/ 110 w 175"/>
                <a:gd name="T41" fmla="*/ 81 h 402"/>
                <a:gd name="T42" fmla="*/ 134 w 175"/>
                <a:gd name="T43" fmla="*/ 73 h 402"/>
                <a:gd name="T44" fmla="*/ 157 w 175"/>
                <a:gd name="T45" fmla="*/ 54 h 402"/>
                <a:gd name="T46" fmla="*/ 174 w 175"/>
                <a:gd name="T47" fmla="*/ 23 h 402"/>
                <a:gd name="T48" fmla="*/ 174 w 175"/>
                <a:gd name="T49" fmla="*/ 0 h 402"/>
                <a:gd name="T50" fmla="*/ 157 w 175"/>
                <a:gd name="T51" fmla="*/ 2 h 402"/>
                <a:gd name="T52" fmla="*/ 133 w 175"/>
                <a:gd name="T53" fmla="*/ 10 h 402"/>
                <a:gd name="T54" fmla="*/ 107 w 175"/>
                <a:gd name="T55" fmla="*/ 33 h 402"/>
                <a:gd name="T56" fmla="*/ 87 w 175"/>
                <a:gd name="T57" fmla="*/ 77 h 402"/>
                <a:gd name="T58" fmla="*/ 85 w 175"/>
                <a:gd name="T59" fmla="*/ 68 h 402"/>
                <a:gd name="T60" fmla="*/ 75 w 175"/>
                <a:gd name="T61" fmla="*/ 46 h 402"/>
                <a:gd name="T62" fmla="*/ 55 w 175"/>
                <a:gd name="T63" fmla="*/ 21 h 402"/>
                <a:gd name="T64" fmla="*/ 22 w 175"/>
                <a:gd name="T65" fmla="*/ 3 h 402"/>
                <a:gd name="T66" fmla="*/ 1 w 175"/>
                <a:gd name="T67" fmla="*/ 3 h 402"/>
                <a:gd name="T68" fmla="*/ 4 w 175"/>
                <a:gd name="T69" fmla="*/ 18 h 402"/>
                <a:gd name="T70" fmla="*/ 12 w 175"/>
                <a:gd name="T71" fmla="*/ 42 h 402"/>
                <a:gd name="T72" fmla="*/ 31 w 175"/>
                <a:gd name="T73" fmla="*/ 65 h 402"/>
                <a:gd name="T74" fmla="*/ 62 w 175"/>
                <a:gd name="T75" fmla="*/ 81 h 402"/>
                <a:gd name="T76" fmla="*/ 82 w 175"/>
                <a:gd name="T77" fmla="*/ 238 h 402"/>
                <a:gd name="T78" fmla="*/ 80 w 175"/>
                <a:gd name="T79" fmla="*/ 228 h 402"/>
                <a:gd name="T80" fmla="*/ 72 w 175"/>
                <a:gd name="T81" fmla="*/ 207 h 402"/>
                <a:gd name="T82" fmla="*/ 55 w 175"/>
                <a:gd name="T83" fmla="*/ 185 h 402"/>
                <a:gd name="T84" fmla="*/ 21 w 175"/>
                <a:gd name="T85" fmla="*/ 176 h 402"/>
                <a:gd name="T86" fmla="*/ 22 w 175"/>
                <a:gd name="T87" fmla="*/ 185 h 402"/>
                <a:gd name="T88" fmla="*/ 28 w 175"/>
                <a:gd name="T89" fmla="*/ 205 h 402"/>
                <a:gd name="T90" fmla="*/ 41 w 175"/>
                <a:gd name="T91" fmla="*/ 230 h 402"/>
                <a:gd name="T92" fmla="*/ 66 w 175"/>
                <a:gd name="T93" fmla="*/ 246 h 402"/>
                <a:gd name="T94" fmla="*/ 82 w 175"/>
                <a:gd name="T95" fmla="*/ 402 h 4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94B14F41-F2D2-740E-248F-CC91C564D03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61" y="217"/>
              <a:ext cx="97" cy="373"/>
            </a:xfrm>
            <a:custGeom>
              <a:avLst/>
              <a:gdLst>
                <a:gd name="T0" fmla="*/ 52 w 97"/>
                <a:gd name="T1" fmla="*/ 237 h 373"/>
                <a:gd name="T2" fmla="*/ 59 w 97"/>
                <a:gd name="T3" fmla="*/ 237 h 373"/>
                <a:gd name="T4" fmla="*/ 74 w 97"/>
                <a:gd name="T5" fmla="*/ 232 h 373"/>
                <a:gd name="T6" fmla="*/ 90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1 w 97"/>
                <a:gd name="T13" fmla="*/ 197 h 373"/>
                <a:gd name="T14" fmla="*/ 56 w 97"/>
                <a:gd name="T15" fmla="*/ 215 h 373"/>
                <a:gd name="T16" fmla="*/ 52 w 97"/>
                <a:gd name="T17" fmla="*/ 147 h 373"/>
                <a:gd name="T18" fmla="*/ 59 w 97"/>
                <a:gd name="T19" fmla="*/ 147 h 373"/>
                <a:gd name="T20" fmla="*/ 74 w 97"/>
                <a:gd name="T21" fmla="*/ 141 h 373"/>
                <a:gd name="T22" fmla="*/ 90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1 w 97"/>
                <a:gd name="T29" fmla="*/ 109 h 373"/>
                <a:gd name="T30" fmla="*/ 56 w 97"/>
                <a:gd name="T31" fmla="*/ 126 h 373"/>
                <a:gd name="T32" fmla="*/ 52 w 97"/>
                <a:gd name="T33" fmla="*/ 46 h 373"/>
                <a:gd name="T34" fmla="*/ 51 w 97"/>
                <a:gd name="T35" fmla="*/ 37 h 373"/>
                <a:gd name="T36" fmla="*/ 45 w 97"/>
                <a:gd name="T37" fmla="*/ 23 h 373"/>
                <a:gd name="T38" fmla="*/ 32 w 97"/>
                <a:gd name="T39" fmla="*/ 6 h 373"/>
                <a:gd name="T40" fmla="*/ 6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3 w 97"/>
                <a:gd name="T47" fmla="*/ 43 h 373"/>
                <a:gd name="T48" fmla="*/ 45 w 97"/>
                <a:gd name="T49" fmla="*/ 113 h 373"/>
                <a:gd name="T50" fmla="*/ 45 w 97"/>
                <a:gd name="T51" fmla="*/ 106 h 373"/>
                <a:gd name="T52" fmla="*/ 40 w 97"/>
                <a:gd name="T53" fmla="*/ 90 h 373"/>
                <a:gd name="T54" fmla="*/ 27 w 97"/>
                <a:gd name="T55" fmla="*/ 75 h 373"/>
                <a:gd name="T56" fmla="*/ 1 w 97"/>
                <a:gd name="T57" fmla="*/ 67 h 373"/>
                <a:gd name="T58" fmla="*/ 0 w 97"/>
                <a:gd name="T59" fmla="*/ 75 h 373"/>
                <a:gd name="T60" fmla="*/ 2 w 97"/>
                <a:gd name="T61" fmla="*/ 91 h 373"/>
                <a:gd name="T62" fmla="*/ 14 w 97"/>
                <a:gd name="T63" fmla="*/ 109 h 373"/>
                <a:gd name="T64" fmla="*/ 45 w 97"/>
                <a:gd name="T65" fmla="*/ 118 h 373"/>
                <a:gd name="T66" fmla="*/ 45 w 97"/>
                <a:gd name="T67" fmla="*/ 207 h 373"/>
                <a:gd name="T68" fmla="*/ 43 w 97"/>
                <a:gd name="T69" fmla="*/ 195 h 373"/>
                <a:gd name="T70" fmla="*/ 33 w 97"/>
                <a:gd name="T71" fmla="*/ 182 h 373"/>
                <a:gd name="T72" fmla="*/ 12 w 97"/>
                <a:gd name="T73" fmla="*/ 175 h 373"/>
                <a:gd name="T74" fmla="*/ 10 w 97"/>
                <a:gd name="T75" fmla="*/ 182 h 373"/>
                <a:gd name="T76" fmla="*/ 13 w 97"/>
                <a:gd name="T77" fmla="*/ 197 h 373"/>
                <a:gd name="T78" fmla="*/ 29 w 97"/>
                <a:gd name="T79" fmla="*/ 211 h 373"/>
                <a:gd name="T80" fmla="*/ 45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A442B784-67D5-9D94-30B9-A603F89845CD}"/>
                </a:ext>
              </a:extLst>
            </p:cNvPr>
            <p:cNvSpPr>
              <a:spLocks/>
            </p:cNvSpPr>
            <p:nvPr/>
          </p:nvSpPr>
          <p:spPr bwMode="gray">
            <a:xfrm>
              <a:off x="2708" y="217"/>
              <a:ext cx="97" cy="373"/>
            </a:xfrm>
            <a:custGeom>
              <a:avLst/>
              <a:gdLst>
                <a:gd name="T0" fmla="*/ 51 w 97"/>
                <a:gd name="T1" fmla="*/ 237 h 373"/>
                <a:gd name="T2" fmla="*/ 60 w 97"/>
                <a:gd name="T3" fmla="*/ 237 h 373"/>
                <a:gd name="T4" fmla="*/ 74 w 97"/>
                <a:gd name="T5" fmla="*/ 232 h 373"/>
                <a:gd name="T6" fmla="*/ 91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2 w 97"/>
                <a:gd name="T13" fmla="*/ 197 h 373"/>
                <a:gd name="T14" fmla="*/ 55 w 97"/>
                <a:gd name="T15" fmla="*/ 215 h 373"/>
                <a:gd name="T16" fmla="*/ 51 w 97"/>
                <a:gd name="T17" fmla="*/ 147 h 373"/>
                <a:gd name="T18" fmla="*/ 60 w 97"/>
                <a:gd name="T19" fmla="*/ 147 h 373"/>
                <a:gd name="T20" fmla="*/ 74 w 97"/>
                <a:gd name="T21" fmla="*/ 141 h 373"/>
                <a:gd name="T22" fmla="*/ 91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2 w 97"/>
                <a:gd name="T29" fmla="*/ 109 h 373"/>
                <a:gd name="T30" fmla="*/ 55 w 97"/>
                <a:gd name="T31" fmla="*/ 126 h 373"/>
                <a:gd name="T32" fmla="*/ 51 w 97"/>
                <a:gd name="T33" fmla="*/ 46 h 373"/>
                <a:gd name="T34" fmla="*/ 51 w 97"/>
                <a:gd name="T35" fmla="*/ 37 h 373"/>
                <a:gd name="T36" fmla="*/ 46 w 97"/>
                <a:gd name="T37" fmla="*/ 23 h 373"/>
                <a:gd name="T38" fmla="*/ 33 w 97"/>
                <a:gd name="T39" fmla="*/ 6 h 373"/>
                <a:gd name="T40" fmla="*/ 7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4 w 97"/>
                <a:gd name="T47" fmla="*/ 43 h 373"/>
                <a:gd name="T48" fmla="*/ 46 w 97"/>
                <a:gd name="T49" fmla="*/ 113 h 373"/>
                <a:gd name="T50" fmla="*/ 46 w 97"/>
                <a:gd name="T51" fmla="*/ 106 h 373"/>
                <a:gd name="T52" fmla="*/ 41 w 97"/>
                <a:gd name="T53" fmla="*/ 90 h 373"/>
                <a:gd name="T54" fmla="*/ 27 w 97"/>
                <a:gd name="T55" fmla="*/ 75 h 373"/>
                <a:gd name="T56" fmla="*/ 0 w 97"/>
                <a:gd name="T57" fmla="*/ 67 h 373"/>
                <a:gd name="T58" fmla="*/ 0 w 97"/>
                <a:gd name="T59" fmla="*/ 75 h 373"/>
                <a:gd name="T60" fmla="*/ 3 w 97"/>
                <a:gd name="T61" fmla="*/ 91 h 373"/>
                <a:gd name="T62" fmla="*/ 15 w 97"/>
                <a:gd name="T63" fmla="*/ 109 h 373"/>
                <a:gd name="T64" fmla="*/ 46 w 97"/>
                <a:gd name="T65" fmla="*/ 118 h 373"/>
                <a:gd name="T66" fmla="*/ 46 w 97"/>
                <a:gd name="T67" fmla="*/ 207 h 373"/>
                <a:gd name="T68" fmla="*/ 43 w 97"/>
                <a:gd name="T69" fmla="*/ 195 h 373"/>
                <a:gd name="T70" fmla="*/ 34 w 97"/>
                <a:gd name="T71" fmla="*/ 182 h 373"/>
                <a:gd name="T72" fmla="*/ 12 w 97"/>
                <a:gd name="T73" fmla="*/ 175 h 373"/>
                <a:gd name="T74" fmla="*/ 11 w 97"/>
                <a:gd name="T75" fmla="*/ 182 h 373"/>
                <a:gd name="T76" fmla="*/ 14 w 97"/>
                <a:gd name="T77" fmla="*/ 197 h 373"/>
                <a:gd name="T78" fmla="*/ 30 w 97"/>
                <a:gd name="T79" fmla="*/ 211 h 373"/>
                <a:gd name="T80" fmla="*/ 46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Freeform 27" descr="Dark upward diagonal">
            <a:extLst>
              <a:ext uri="{FF2B5EF4-FFF2-40B4-BE49-F238E27FC236}">
                <a16:creationId xmlns:a16="http://schemas.microsoft.com/office/drawing/2014/main" id="{D732AA13-E7FD-7195-8FF9-1174AD72B263}"/>
              </a:ext>
            </a:extLst>
          </p:cNvPr>
          <p:cNvSpPr>
            <a:spLocks/>
          </p:cNvSpPr>
          <p:nvPr/>
        </p:nvSpPr>
        <p:spPr bwMode="gray">
          <a:xfrm>
            <a:off x="85725" y="76200"/>
            <a:ext cx="8977313" cy="500063"/>
          </a:xfrm>
          <a:custGeom>
            <a:avLst/>
            <a:gdLst>
              <a:gd name="T0" fmla="*/ 0 w 5655"/>
              <a:gd name="T1" fmla="*/ 1 h 315"/>
              <a:gd name="T2" fmla="*/ 5546 w 5655"/>
              <a:gd name="T3" fmla="*/ 0 h 315"/>
              <a:gd name="T4" fmla="*/ 5655 w 5655"/>
              <a:gd name="T5" fmla="*/ 84 h 315"/>
              <a:gd name="T6" fmla="*/ 5649 w 5655"/>
              <a:gd name="T7" fmla="*/ 315 h 315"/>
              <a:gd name="T8" fmla="*/ 1 w 5655"/>
              <a:gd name="T9" fmla="*/ 314 h 315"/>
              <a:gd name="T10" fmla="*/ 0 w 5655"/>
              <a:gd name="T11" fmla="*/ 1 h 3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55" h="315">
                <a:moveTo>
                  <a:pt x="0" y="1"/>
                </a:moveTo>
                <a:lnTo>
                  <a:pt x="5546" y="0"/>
                </a:lnTo>
                <a:cubicBezTo>
                  <a:pt x="5652" y="0"/>
                  <a:pt x="5655" y="84"/>
                  <a:pt x="5655" y="84"/>
                </a:cubicBezTo>
                <a:lnTo>
                  <a:pt x="5649" y="315"/>
                </a:lnTo>
                <a:lnTo>
                  <a:pt x="1" y="314"/>
                </a:lnTo>
                <a:lnTo>
                  <a:pt x="0" y="1"/>
                </a:lnTo>
                <a:close/>
              </a:path>
            </a:pathLst>
          </a:custGeom>
          <a:pattFill prst="dkUpDiag">
            <a:fgClr>
              <a:schemeClr val="bg1">
                <a:alpha val="76862"/>
              </a:schemeClr>
            </a:fgClr>
            <a:bgClr>
              <a:schemeClr val="tx1">
                <a:alpha val="76862"/>
              </a:schemeClr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11BC36-7465-1BEA-B07A-F111879EBB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" y="6610350"/>
            <a:ext cx="8931275" cy="163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grpSp>
        <p:nvGrpSpPr>
          <p:cNvPr id="30" name="Group 74">
            <a:extLst>
              <a:ext uri="{FF2B5EF4-FFF2-40B4-BE49-F238E27FC236}">
                <a16:creationId xmlns:a16="http://schemas.microsoft.com/office/drawing/2014/main" id="{4718ED81-BCE4-DA14-9AB1-6C3509860BF6}"/>
              </a:ext>
            </a:extLst>
          </p:cNvPr>
          <p:cNvGrpSpPr>
            <a:grpSpLocks/>
          </p:cNvGrpSpPr>
          <p:nvPr/>
        </p:nvGrpSpPr>
        <p:grpSpPr bwMode="auto">
          <a:xfrm>
            <a:off x="85725" y="854075"/>
            <a:ext cx="8982075" cy="1131888"/>
            <a:chOff x="54" y="538"/>
            <a:chExt cx="5658" cy="713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562E04B-61D5-451D-E568-6949C5D13B80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" y="736"/>
              <a:ext cx="5658" cy="515"/>
            </a:xfrm>
            <a:custGeom>
              <a:avLst/>
              <a:gdLst>
                <a:gd name="T0" fmla="*/ 0 w 5446"/>
                <a:gd name="T1" fmla="*/ 0 h 590"/>
                <a:gd name="T2" fmla="*/ 5446 w 5446"/>
                <a:gd name="T3" fmla="*/ 0 h 590"/>
                <a:gd name="T4" fmla="*/ 5446 w 5446"/>
                <a:gd name="T5" fmla="*/ 312 h 590"/>
                <a:gd name="T6" fmla="*/ 5446 w 5446"/>
                <a:gd name="T7" fmla="*/ 451 h 590"/>
                <a:gd name="T8" fmla="*/ 1512 w 5446"/>
                <a:gd name="T9" fmla="*/ 443 h 590"/>
                <a:gd name="T10" fmla="*/ 1288 w 5446"/>
                <a:gd name="T11" fmla="*/ 584 h 590"/>
                <a:gd name="T12" fmla="*/ 0 w 5446"/>
                <a:gd name="T13" fmla="*/ 590 h 590"/>
                <a:gd name="T14" fmla="*/ 0 w 5446"/>
                <a:gd name="T15" fmla="*/ 0 h 5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46" h="590">
                  <a:moveTo>
                    <a:pt x="0" y="0"/>
                  </a:moveTo>
                  <a:lnTo>
                    <a:pt x="5446" y="0"/>
                  </a:lnTo>
                  <a:lnTo>
                    <a:pt x="5446" y="312"/>
                  </a:lnTo>
                  <a:lnTo>
                    <a:pt x="5446" y="451"/>
                  </a:lnTo>
                  <a:cubicBezTo>
                    <a:pt x="4790" y="473"/>
                    <a:pt x="2205" y="421"/>
                    <a:pt x="1512" y="443"/>
                  </a:cubicBezTo>
                  <a:lnTo>
                    <a:pt x="1288" y="584"/>
                  </a:lnTo>
                  <a:lnTo>
                    <a:pt x="0" y="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FEF010F-6B36-09E1-E5F2-1A017C2F9FE6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" y="538"/>
              <a:ext cx="5658" cy="655"/>
            </a:xfrm>
            <a:custGeom>
              <a:avLst/>
              <a:gdLst>
                <a:gd name="T0" fmla="*/ 1 w 5658"/>
                <a:gd name="T1" fmla="*/ 0 h 655"/>
                <a:gd name="T2" fmla="*/ 5657 w 5658"/>
                <a:gd name="T3" fmla="*/ 0 h 655"/>
                <a:gd name="T4" fmla="*/ 5658 w 5658"/>
                <a:gd name="T5" fmla="*/ 534 h 655"/>
                <a:gd name="T6" fmla="*/ 1553 w 5658"/>
                <a:gd name="T7" fmla="*/ 528 h 655"/>
                <a:gd name="T8" fmla="*/ 1317 w 5658"/>
                <a:gd name="T9" fmla="*/ 651 h 655"/>
                <a:gd name="T10" fmla="*/ 0 w 5658"/>
                <a:gd name="T11" fmla="*/ 655 h 655"/>
                <a:gd name="T12" fmla="*/ 1 w 5658"/>
                <a:gd name="T13" fmla="*/ 0 h 6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58" h="655">
                  <a:moveTo>
                    <a:pt x="1" y="0"/>
                  </a:moveTo>
                  <a:lnTo>
                    <a:pt x="5657" y="0"/>
                  </a:lnTo>
                  <a:lnTo>
                    <a:pt x="5658" y="534"/>
                  </a:lnTo>
                  <a:lnTo>
                    <a:pt x="1553" y="528"/>
                  </a:lnTo>
                  <a:lnTo>
                    <a:pt x="1317" y="651"/>
                  </a:lnTo>
                  <a:lnTo>
                    <a:pt x="0" y="6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92A889C-F32C-8B31-9C70-7BB52ACC4C9D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" y="1062"/>
              <a:ext cx="1496" cy="98"/>
            </a:xfrm>
            <a:custGeom>
              <a:avLst/>
              <a:gdLst>
                <a:gd name="T0" fmla="*/ 1440 w 1440"/>
                <a:gd name="T1" fmla="*/ 1 h 112"/>
                <a:gd name="T2" fmla="*/ 1261 w 1440"/>
                <a:gd name="T3" fmla="*/ 112 h 112"/>
                <a:gd name="T4" fmla="*/ 0 w 1440"/>
                <a:gd name="T5" fmla="*/ 110 h 112"/>
                <a:gd name="T6" fmla="*/ 0 w 1440"/>
                <a:gd name="T7" fmla="*/ 49 h 112"/>
                <a:gd name="T8" fmla="*/ 1069 w 1440"/>
                <a:gd name="T9" fmla="*/ 50 h 112"/>
                <a:gd name="T10" fmla="*/ 1142 w 1440"/>
                <a:gd name="T11" fmla="*/ 0 h 112"/>
                <a:gd name="T12" fmla="*/ 1440 w 1440"/>
                <a:gd name="T13" fmla="*/ 1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0" h="112">
                  <a:moveTo>
                    <a:pt x="1440" y="1"/>
                  </a:moveTo>
                  <a:lnTo>
                    <a:pt x="1261" y="112"/>
                  </a:lnTo>
                  <a:lnTo>
                    <a:pt x="0" y="110"/>
                  </a:lnTo>
                  <a:lnTo>
                    <a:pt x="0" y="49"/>
                  </a:lnTo>
                  <a:lnTo>
                    <a:pt x="1069" y="50"/>
                  </a:lnTo>
                  <a:lnTo>
                    <a:pt x="1142" y="0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538C422-DC6F-ABC4-9FCC-222AEDBEB8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725" y="609600"/>
            <a:ext cx="8982075" cy="1857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5" name="Rectangle 38" descr="1">
            <a:extLst>
              <a:ext uri="{FF2B5EF4-FFF2-40B4-BE49-F238E27FC236}">
                <a16:creationId xmlns:a16="http://schemas.microsoft.com/office/drawing/2014/main" id="{70E6B18F-CE43-8E2E-0D2C-7CF87CC8BD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67175" y="4497388"/>
            <a:ext cx="741363" cy="74295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6" name="Rectangle 40" descr="7">
            <a:extLst>
              <a:ext uri="{FF2B5EF4-FFF2-40B4-BE49-F238E27FC236}">
                <a16:creationId xmlns:a16="http://schemas.microsoft.com/office/drawing/2014/main" id="{63C445C8-6051-CFF9-9C16-A07263C99F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5013" y="5314950"/>
            <a:ext cx="742950" cy="74295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7" name="Rectangle 42">
            <a:extLst>
              <a:ext uri="{FF2B5EF4-FFF2-40B4-BE49-F238E27FC236}">
                <a16:creationId xmlns:a16="http://schemas.microsoft.com/office/drawing/2014/main" id="{EBB5F30B-4125-6140-EF02-207DB333D1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2950" y="4510088"/>
            <a:ext cx="741363" cy="744537"/>
          </a:xfrm>
          <a:prstGeom prst="rect">
            <a:avLst/>
          </a:pr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8" name="Rectangle 37" descr="6">
            <a:extLst>
              <a:ext uri="{FF2B5EF4-FFF2-40B4-BE49-F238E27FC236}">
                <a16:creationId xmlns:a16="http://schemas.microsoft.com/office/drawing/2014/main" id="{88AF5C47-3438-52FC-6648-FAD331E53A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3388" y="5314950"/>
            <a:ext cx="742950" cy="74295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9" name="Text Box 45">
            <a:extLst>
              <a:ext uri="{FF2B5EF4-FFF2-40B4-BE49-F238E27FC236}">
                <a16:creationId xmlns:a16="http://schemas.microsoft.com/office/drawing/2014/main" id="{AA7139F3-605E-1649-E1EC-56D52BB3233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1925" y="842963"/>
            <a:ext cx="13033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solidFill>
                  <a:srgbClr val="FFFFFF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L/O/G/O</a:t>
            </a:r>
          </a:p>
        </p:txBody>
      </p:sp>
      <p:sp>
        <p:nvSpPr>
          <p:cNvPr id="40" name="Rectangle 49">
            <a:extLst>
              <a:ext uri="{FF2B5EF4-FFF2-40B4-BE49-F238E27FC236}">
                <a16:creationId xmlns:a16="http://schemas.microsoft.com/office/drawing/2014/main" id="{5F8521AE-06D1-D974-0C41-1DC362903E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3388" y="4511675"/>
            <a:ext cx="742950" cy="74295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6CA701C3-E7F0-04A2-BFC4-763634A18E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588" y="4511675"/>
            <a:ext cx="741362" cy="74295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42" name="Rectangle 52">
            <a:extLst>
              <a:ext uri="{FF2B5EF4-FFF2-40B4-BE49-F238E27FC236}">
                <a16:creationId xmlns:a16="http://schemas.microsoft.com/office/drawing/2014/main" id="{84B21F2B-F2A6-C8E9-C099-1C27B6CFF5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92375" y="5314950"/>
            <a:ext cx="742950" cy="7429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pic>
        <p:nvPicPr>
          <p:cNvPr id="43" name="Picture 43" descr="1">
            <a:extLst>
              <a:ext uri="{FF2B5EF4-FFF2-40B4-BE49-F238E27FC236}">
                <a16:creationId xmlns:a16="http://schemas.microsoft.com/office/drawing/2014/main" id="{3E140053-C9B1-7C27-BC36-CE7105F6E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30175" y="2911475"/>
            <a:ext cx="1347788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tangle 70" descr="2">
            <a:extLst>
              <a:ext uri="{FF2B5EF4-FFF2-40B4-BE49-F238E27FC236}">
                <a16:creationId xmlns:a16="http://schemas.microsoft.com/office/drawing/2014/main" id="{AFCDD8A3-9289-DCEE-80DB-B066CB2D043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1800" y="3705225"/>
            <a:ext cx="744538" cy="742950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6196013"/>
            <a:ext cx="4811713" cy="403225"/>
          </a:xfrm>
        </p:spPr>
        <p:txBody>
          <a:bodyPr/>
          <a:lstStyle>
            <a:lvl1pPr marL="0" indent="0" algn="r">
              <a:buFontTx/>
              <a:buNone/>
              <a:defRPr sz="1600" i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2819400"/>
            <a:ext cx="6019800" cy="1470025"/>
          </a:xfrm>
        </p:spPr>
        <p:txBody>
          <a:bodyPr/>
          <a:lstStyle>
            <a:lvl1pPr algn="r">
              <a:defRPr sz="480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E125B38F-556C-F945-8545-1A821A8A2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31775" y="6445250"/>
            <a:ext cx="2205038" cy="3175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3A3973E7-85D7-FD10-E330-8483FC7536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74925" y="6445250"/>
            <a:ext cx="2990850" cy="3175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5A8E1301-EFB5-397B-D45C-90D081F0C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5700713" y="6445250"/>
            <a:ext cx="2205037" cy="317500"/>
          </a:xfrm>
        </p:spPr>
        <p:txBody>
          <a:bodyPr/>
          <a:lstStyle>
            <a:lvl1pPr>
              <a:defRPr/>
            </a:lvl1pPr>
          </a:lstStyle>
          <a:p>
            <a:fld id="{D5A5A9E9-526E-48F7-A767-DA8F23F53A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2746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C302E4A-551E-89D0-9D80-6807816D75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35D723-5D23-F8B8-0F91-A39EB35C1F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05B290-CDF4-AD78-4227-ABBC8EE4AE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8CE55-9DC7-4B60-91EB-27D909AB4F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2680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4130C2-A291-EE38-9908-9C3401BC83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6729FB-09DA-EF4D-7763-C3A7497213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C4ECE4-8908-92EB-5CDA-B75138C030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5FF161-84BE-4607-8965-44F73D5E04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0193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38275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8DF228FA-BF77-CC49-665C-0F732B0E3F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33CE7DDE-4DD7-9741-4154-15CA5C279D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EAB5BD42-46B9-4EDE-68C6-554783C9D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04A504-66E1-469B-959F-FFF8A556DD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2883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BFDE12-72D4-02A8-8077-F72E8AD359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BA32A5-23BF-597A-B4C8-9BB785DC9D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7D15A7-0CEC-5E79-E800-429B7F9C9E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99AD7D-E3AC-476E-A1C5-DA224CCAB9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4592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CB83214-1420-4458-0660-903DE1CD0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4704F4-5578-86D1-4702-1A242FCA3A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57CFB2-8971-C8CE-6333-D9C03B3C0C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34C16-732C-4EB1-948F-5EC6299318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633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35A434-C929-EF8C-F284-5003876AC8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CC169E4-6E3E-8398-6CE5-950F7BDFF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BB6040-F1E6-CF19-7296-954C437B84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AE64B3-FC7B-487F-86C7-CEC494E6CE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294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6E739580-B517-A461-293B-D0ABE621F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8EC66DCB-4B8B-918F-9942-3A843AD0D0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6FA07BBC-69A4-C9B4-383C-171886857D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747F5-065E-436F-9A6E-4A58A8F76B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13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39EECB83-B586-1E63-B709-BFF293FF08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2E404FF6-EA39-E38B-426A-237F3BDB48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D8EE388D-B67D-C190-90CE-53E06F0C2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31E6D3-0AA2-48A1-B572-1B59252FDE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753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C931C7-82AC-9DA4-D4BC-DA3E6DAF6C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FBCC88-98D8-DCFD-1DDA-4AA299833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2604BE-8D48-973B-9EEB-D2CD199A24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6D126-1E8E-4770-AAFF-3AFC6A5815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8125"/>
            <a:ext cx="2057400" cy="5934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8125"/>
            <a:ext cx="6019800" cy="5934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FE5270-198A-A8A6-41F3-AE0AF119E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BC6335-E7F5-D352-B3B4-811DFC6FF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66703D-3BF8-53CD-9AB7-3E3073B52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AC3A58-3B13-4424-8E5B-1112B1AF95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08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38275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9B924992-2F37-7931-D122-7280E0A41F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5AD0241-4C5D-5919-434C-E4132036BA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275073F3-ADE8-02E5-2896-B42C7D79C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41960-EE44-4247-8B48-C8C39B6267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9011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38275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05366F-826F-A6C6-045A-A8ED7C0E5D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1DC9DD-B4F6-8429-2985-DA7F71B80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CC3DEF-FF23-3221-807C-0F2C00A4C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64A9EE-44ED-47F3-8EF6-856BE86487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690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38275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00CAA4-5E73-61A4-8704-3D07F7A82E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1E9996-DA36-6664-0F41-83E15A0F4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D2E66C-88BE-510B-3B6B-FB5A40615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1E471-D5E8-41BC-9DD6-B313DE0F16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7063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38275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615EBC-F225-6972-859D-98BFC88976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233148-B8DF-E0E1-09F6-3141CC2178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379011-B820-7A7C-247C-8183DFCEF9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9EF83-4E59-4D24-B344-9F761DF746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65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553203" y="6013456"/>
            <a:ext cx="2392363" cy="563563"/>
            <a:chOff x="1566" y="164"/>
            <a:chExt cx="1455" cy="425"/>
          </a:xfrm>
        </p:grpSpPr>
        <p:sp>
          <p:nvSpPr>
            <p:cNvPr id="1032" name="Freeform 8"/>
            <p:cNvSpPr>
              <a:spLocks/>
            </p:cNvSpPr>
            <p:nvPr/>
          </p:nvSpPr>
          <p:spPr bwMode="gray">
            <a:xfrm>
              <a:off x="1892" y="468"/>
              <a:ext cx="39" cy="121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35" y="36"/>
                </a:cxn>
                <a:cxn ang="0">
                  <a:pos x="30" y="36"/>
                </a:cxn>
                <a:cxn ang="0">
                  <a:pos x="22" y="34"/>
                </a:cxn>
                <a:cxn ang="0">
                  <a:pos x="15" y="30"/>
                </a:cxn>
                <a:cxn ang="0">
                  <a:pos x="7" y="23"/>
                </a:cxn>
                <a:cxn ang="0">
                  <a:pos x="3" y="1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15" y="3"/>
                </a:cxn>
                <a:cxn ang="0">
                  <a:pos x="23" y="5"/>
                </a:cxn>
                <a:cxn ang="0">
                  <a:pos x="30" y="11"/>
                </a:cxn>
                <a:cxn ang="0">
                  <a:pos x="37" y="20"/>
                </a:cxn>
                <a:cxn ang="0">
                  <a:pos x="39" y="34"/>
                </a:cxn>
                <a:cxn ang="0">
                  <a:pos x="39" y="121"/>
                </a:cxn>
                <a:cxn ang="0">
                  <a:pos x="37" y="121"/>
                </a:cxn>
                <a:cxn ang="0">
                  <a:pos x="37" y="36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gray">
            <a:xfrm>
              <a:off x="2271" y="450"/>
              <a:ext cx="45" cy="139"/>
            </a:xfrm>
            <a:custGeom>
              <a:avLst/>
              <a:gdLst/>
              <a:ahLst/>
              <a:cxnLst>
                <a:cxn ang="0">
                  <a:pos x="3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20" y="39"/>
                </a:cxn>
                <a:cxn ang="0">
                  <a:pos x="29" y="35"/>
                </a:cxn>
                <a:cxn ang="0">
                  <a:pos x="37" y="27"/>
                </a:cxn>
                <a:cxn ang="0">
                  <a:pos x="43" y="17"/>
                </a:cxn>
                <a:cxn ang="0">
                  <a:pos x="45" y="2"/>
                </a:cxn>
                <a:cxn ang="0">
                  <a:pos x="43" y="0"/>
                </a:cxn>
                <a:cxn ang="0">
                  <a:pos x="37" y="2"/>
                </a:cxn>
                <a:cxn ang="0">
                  <a:pos x="29" y="3"/>
                </a:cxn>
                <a:cxn ang="0">
                  <a:pos x="19" y="7"/>
                </a:cxn>
                <a:cxn ang="0">
                  <a:pos x="11" y="14"/>
                </a:cxn>
                <a:cxn ang="0">
                  <a:pos x="4" y="23"/>
                </a:cxn>
                <a:cxn ang="0">
                  <a:pos x="0" y="39"/>
                </a:cxn>
                <a:cxn ang="0">
                  <a:pos x="0" y="139"/>
                </a:cxn>
                <a:cxn ang="0">
                  <a:pos x="3" y="139"/>
                </a:cxn>
                <a:cxn ang="0">
                  <a:pos x="3" y="42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gray">
            <a:xfrm>
              <a:off x="1765" y="378"/>
              <a:ext cx="146" cy="211"/>
            </a:xfrm>
            <a:custGeom>
              <a:avLst/>
              <a:gdLst/>
              <a:ahLst/>
              <a:cxnLst>
                <a:cxn ang="0">
                  <a:pos x="68" y="67"/>
                </a:cxn>
                <a:cxn ang="0">
                  <a:pos x="67" y="67"/>
                </a:cxn>
                <a:cxn ang="0">
                  <a:pos x="60" y="66"/>
                </a:cxn>
                <a:cxn ang="0">
                  <a:pos x="50" y="64"/>
                </a:cxn>
                <a:cxn ang="0">
                  <a:pos x="41" y="62"/>
                </a:cxn>
                <a:cxn ang="0">
                  <a:pos x="29" y="55"/>
                </a:cxn>
                <a:cxn ang="0">
                  <a:pos x="18" y="47"/>
                </a:cxn>
                <a:cxn ang="0">
                  <a:pos x="10" y="35"/>
                </a:cxn>
                <a:cxn ang="0">
                  <a:pos x="3" y="2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10" y="0"/>
                </a:cxn>
                <a:cxn ang="0">
                  <a:pos x="19" y="0"/>
                </a:cxn>
                <a:cxn ang="0">
                  <a:pos x="30" y="2"/>
                </a:cxn>
                <a:cxn ang="0">
                  <a:pos x="41" y="6"/>
                </a:cxn>
                <a:cxn ang="0">
                  <a:pos x="53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5" y="45"/>
                </a:cxn>
                <a:cxn ang="0">
                  <a:pos x="79" y="36"/>
                </a:cxn>
                <a:cxn ang="0">
                  <a:pos x="84" y="25"/>
                </a:cxn>
                <a:cxn ang="0">
                  <a:pos x="92" y="16"/>
                </a:cxn>
                <a:cxn ang="0">
                  <a:pos x="106" y="8"/>
                </a:cxn>
                <a:cxn ang="0">
                  <a:pos x="123" y="2"/>
                </a:cxn>
                <a:cxn ang="0">
                  <a:pos x="146" y="0"/>
                </a:cxn>
                <a:cxn ang="0">
                  <a:pos x="145" y="2"/>
                </a:cxn>
                <a:cxn ang="0">
                  <a:pos x="145" y="8"/>
                </a:cxn>
                <a:cxn ang="0">
                  <a:pos x="143" y="17"/>
                </a:cxn>
                <a:cxn ang="0">
                  <a:pos x="139" y="28"/>
                </a:cxn>
                <a:cxn ang="0">
                  <a:pos x="134" y="39"/>
                </a:cxn>
                <a:cxn ang="0">
                  <a:pos x="126" y="49"/>
                </a:cxn>
                <a:cxn ang="0">
                  <a:pos x="114" y="59"/>
                </a:cxn>
                <a:cxn ang="0">
                  <a:pos x="98" y="64"/>
                </a:cxn>
                <a:cxn ang="0">
                  <a:pos x="79" y="67"/>
                </a:cxn>
                <a:cxn ang="0">
                  <a:pos x="79" y="211"/>
                </a:cxn>
                <a:cxn ang="0">
                  <a:pos x="68" y="211"/>
                </a:cxn>
                <a:cxn ang="0">
                  <a:pos x="68" y="67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gray">
            <a:xfrm>
              <a:off x="2792" y="378"/>
              <a:ext cx="144" cy="211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6" y="67"/>
                </a:cxn>
                <a:cxn ang="0">
                  <a:pos x="59" y="66"/>
                </a:cxn>
                <a:cxn ang="0">
                  <a:pos x="50" y="64"/>
                </a:cxn>
                <a:cxn ang="0">
                  <a:pos x="39" y="62"/>
                </a:cxn>
                <a:cxn ang="0">
                  <a:pos x="28" y="55"/>
                </a:cxn>
                <a:cxn ang="0">
                  <a:pos x="17" y="47"/>
                </a:cxn>
                <a:cxn ang="0">
                  <a:pos x="9" y="35"/>
                </a:cxn>
                <a:cxn ang="0">
                  <a:pos x="2" y="2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9" y="0"/>
                </a:cxn>
                <a:cxn ang="0">
                  <a:pos x="17" y="0"/>
                </a:cxn>
                <a:cxn ang="0">
                  <a:pos x="28" y="2"/>
                </a:cxn>
                <a:cxn ang="0">
                  <a:pos x="40" y="6"/>
                </a:cxn>
                <a:cxn ang="0">
                  <a:pos x="51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4" y="45"/>
                </a:cxn>
                <a:cxn ang="0">
                  <a:pos x="77" y="36"/>
                </a:cxn>
                <a:cxn ang="0">
                  <a:pos x="82" y="25"/>
                </a:cxn>
                <a:cxn ang="0">
                  <a:pos x="91" y="16"/>
                </a:cxn>
                <a:cxn ang="0">
                  <a:pos x="105" y="8"/>
                </a:cxn>
                <a:cxn ang="0">
                  <a:pos x="121" y="2"/>
                </a:cxn>
                <a:cxn ang="0">
                  <a:pos x="144" y="0"/>
                </a:cxn>
                <a:cxn ang="0">
                  <a:pos x="144" y="2"/>
                </a:cxn>
                <a:cxn ang="0">
                  <a:pos x="144" y="8"/>
                </a:cxn>
                <a:cxn ang="0">
                  <a:pos x="141" y="17"/>
                </a:cxn>
                <a:cxn ang="0">
                  <a:pos x="139" y="28"/>
                </a:cxn>
                <a:cxn ang="0">
                  <a:pos x="133" y="39"/>
                </a:cxn>
                <a:cxn ang="0">
                  <a:pos x="125" y="49"/>
                </a:cxn>
                <a:cxn ang="0">
                  <a:pos x="113" y="59"/>
                </a:cxn>
                <a:cxn ang="0">
                  <a:pos x="97" y="64"/>
                </a:cxn>
                <a:cxn ang="0">
                  <a:pos x="77" y="67"/>
                </a:cxn>
                <a:cxn ang="0">
                  <a:pos x="77" y="211"/>
                </a:cxn>
                <a:cxn ang="0">
                  <a:pos x="67" y="211"/>
                </a:cxn>
                <a:cxn ang="0">
                  <a:pos x="67" y="67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gray">
            <a:xfrm>
              <a:off x="2631" y="457"/>
              <a:ext cx="89" cy="132"/>
            </a:xfrm>
            <a:custGeom>
              <a:avLst/>
              <a:gdLst/>
              <a:ahLst/>
              <a:cxnLst>
                <a:cxn ang="0">
                  <a:pos x="42" y="43"/>
                </a:cxn>
                <a:cxn ang="0">
                  <a:pos x="39" y="42"/>
                </a:cxn>
                <a:cxn ang="0">
                  <a:pos x="33" y="42"/>
                </a:cxn>
                <a:cxn ang="0">
                  <a:pos x="25" y="39"/>
                </a:cxn>
                <a:cxn ang="0">
                  <a:pos x="16" y="35"/>
                </a:cxn>
                <a:cxn ang="0">
                  <a:pos x="8" y="27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6" y="0"/>
                </a:cxn>
                <a:cxn ang="0">
                  <a:pos x="12" y="1"/>
                </a:cxn>
                <a:cxn ang="0">
                  <a:pos x="21" y="3"/>
                </a:cxn>
                <a:cxn ang="0">
                  <a:pos x="29" y="8"/>
                </a:cxn>
                <a:cxn ang="0">
                  <a:pos x="37" y="15"/>
                </a:cxn>
                <a:cxn ang="0">
                  <a:pos x="42" y="26"/>
                </a:cxn>
                <a:cxn ang="0">
                  <a:pos x="45" y="39"/>
                </a:cxn>
                <a:cxn ang="0">
                  <a:pos x="45" y="38"/>
                </a:cxn>
                <a:cxn ang="0">
                  <a:pos x="45" y="34"/>
                </a:cxn>
                <a:cxn ang="0">
                  <a:pos x="46" y="27"/>
                </a:cxn>
                <a:cxn ang="0">
                  <a:pos x="49" y="20"/>
                </a:cxn>
                <a:cxn ang="0">
                  <a:pos x="54" y="14"/>
                </a:cxn>
                <a:cxn ang="0">
                  <a:pos x="62" y="7"/>
                </a:cxn>
                <a:cxn ang="0">
                  <a:pos x="73" y="3"/>
                </a:cxn>
                <a:cxn ang="0">
                  <a:pos x="89" y="0"/>
                </a:cxn>
                <a:cxn ang="0">
                  <a:pos x="89" y="3"/>
                </a:cxn>
                <a:cxn ang="0">
                  <a:pos x="88" y="10"/>
                </a:cxn>
                <a:cxn ang="0">
                  <a:pos x="87" y="18"/>
                </a:cxn>
                <a:cxn ang="0">
                  <a:pos x="81" y="26"/>
                </a:cxn>
                <a:cxn ang="0">
                  <a:pos x="74" y="34"/>
                </a:cxn>
                <a:cxn ang="0">
                  <a:pos x="64" y="41"/>
                </a:cxn>
                <a:cxn ang="0">
                  <a:pos x="47" y="43"/>
                </a:cxn>
                <a:cxn ang="0">
                  <a:pos x="47" y="132"/>
                </a:cxn>
                <a:cxn ang="0">
                  <a:pos x="42" y="132"/>
                </a:cxn>
                <a:cxn ang="0">
                  <a:pos x="42" y="43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gray">
            <a:xfrm>
              <a:off x="2430" y="403"/>
              <a:ext cx="88" cy="186"/>
            </a:xfrm>
            <a:custGeom>
              <a:avLst/>
              <a:gdLst/>
              <a:ahLst/>
              <a:cxnLst>
                <a:cxn ang="0">
                  <a:pos x="43" y="43"/>
                </a:cxn>
                <a:cxn ang="0">
                  <a:pos x="41" y="43"/>
                </a:cxn>
                <a:cxn ang="0">
                  <a:pos x="35" y="43"/>
                </a:cxn>
                <a:cxn ang="0">
                  <a:pos x="27" y="41"/>
                </a:cxn>
                <a:cxn ang="0">
                  <a:pos x="18" y="35"/>
                </a:cxn>
                <a:cxn ang="0">
                  <a:pos x="8" y="28"/>
                </a:cxn>
                <a:cxn ang="0">
                  <a:pos x="3" y="1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8" y="0"/>
                </a:cxn>
                <a:cxn ang="0">
                  <a:pos x="17" y="1"/>
                </a:cxn>
                <a:cxn ang="0">
                  <a:pos x="26" y="6"/>
                </a:cxn>
                <a:cxn ang="0">
                  <a:pos x="35" y="12"/>
                </a:cxn>
                <a:cxn ang="0">
                  <a:pos x="42" y="24"/>
                </a:cxn>
                <a:cxn ang="0">
                  <a:pos x="48" y="41"/>
                </a:cxn>
                <a:cxn ang="0">
                  <a:pos x="48" y="90"/>
                </a:cxn>
                <a:cxn ang="0">
                  <a:pos x="48" y="88"/>
                </a:cxn>
                <a:cxn ang="0">
                  <a:pos x="48" y="82"/>
                </a:cxn>
                <a:cxn ang="0">
                  <a:pos x="50" y="74"/>
                </a:cxn>
                <a:cxn ang="0">
                  <a:pos x="54" y="66"/>
                </a:cxn>
                <a:cxn ang="0">
                  <a:pos x="61" y="58"/>
                </a:cxn>
                <a:cxn ang="0">
                  <a:pos x="72" y="53"/>
                </a:cxn>
                <a:cxn ang="0">
                  <a:pos x="87" y="50"/>
                </a:cxn>
                <a:cxn ang="0">
                  <a:pos x="88" y="51"/>
                </a:cxn>
                <a:cxn ang="0">
                  <a:pos x="88" y="57"/>
                </a:cxn>
                <a:cxn ang="0">
                  <a:pos x="87" y="64"/>
                </a:cxn>
                <a:cxn ang="0">
                  <a:pos x="84" y="72"/>
                </a:cxn>
                <a:cxn ang="0">
                  <a:pos x="80" y="80"/>
                </a:cxn>
                <a:cxn ang="0">
                  <a:pos x="73" y="86"/>
                </a:cxn>
                <a:cxn ang="0">
                  <a:pos x="62" y="92"/>
                </a:cxn>
                <a:cxn ang="0">
                  <a:pos x="48" y="93"/>
                </a:cxn>
                <a:cxn ang="0">
                  <a:pos x="48" y="186"/>
                </a:cxn>
                <a:cxn ang="0">
                  <a:pos x="43" y="186"/>
                </a:cxn>
                <a:cxn ang="0">
                  <a:pos x="43" y="143"/>
                </a:cxn>
                <a:cxn ang="0">
                  <a:pos x="42" y="143"/>
                </a:cxn>
                <a:cxn ang="0">
                  <a:pos x="37" y="142"/>
                </a:cxn>
                <a:cxn ang="0">
                  <a:pos x="29" y="140"/>
                </a:cxn>
                <a:cxn ang="0">
                  <a:pos x="22" y="136"/>
                </a:cxn>
                <a:cxn ang="0">
                  <a:pos x="14" y="130"/>
                </a:cxn>
                <a:cxn ang="0">
                  <a:pos x="8" y="120"/>
                </a:cxn>
                <a:cxn ang="0">
                  <a:pos x="7" y="105"/>
                </a:cxn>
                <a:cxn ang="0">
                  <a:pos x="8" y="105"/>
                </a:cxn>
                <a:cxn ang="0">
                  <a:pos x="12" y="107"/>
                </a:cxn>
                <a:cxn ang="0">
                  <a:pos x="19" y="108"/>
                </a:cxn>
                <a:cxn ang="0">
                  <a:pos x="26" y="111"/>
                </a:cxn>
                <a:cxn ang="0">
                  <a:pos x="34" y="117"/>
                </a:cxn>
                <a:cxn ang="0">
                  <a:pos x="39" y="127"/>
                </a:cxn>
                <a:cxn ang="0">
                  <a:pos x="43" y="140"/>
                </a:cxn>
                <a:cxn ang="0">
                  <a:pos x="43" y="43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8" name="Freeform 14"/>
            <p:cNvSpPr>
              <a:spLocks/>
            </p:cNvSpPr>
            <p:nvPr/>
          </p:nvSpPr>
          <p:spPr bwMode="gray">
            <a:xfrm>
              <a:off x="1914" y="233"/>
              <a:ext cx="166" cy="356"/>
            </a:xfrm>
            <a:custGeom>
              <a:avLst/>
              <a:gdLst/>
              <a:ahLst/>
              <a:cxnLst>
                <a:cxn ang="0">
                  <a:pos x="85" y="84"/>
                </a:cxn>
                <a:cxn ang="0">
                  <a:pos x="101" y="81"/>
                </a:cxn>
                <a:cxn ang="0">
                  <a:pos x="124" y="73"/>
                </a:cxn>
                <a:cxn ang="0">
                  <a:pos x="148" y="56"/>
                </a:cxn>
                <a:cxn ang="0">
                  <a:pos x="163" y="23"/>
                </a:cxn>
                <a:cxn ang="0">
                  <a:pos x="163" y="0"/>
                </a:cxn>
                <a:cxn ang="0">
                  <a:pos x="148" y="0"/>
                </a:cxn>
                <a:cxn ang="0">
                  <a:pos x="125" y="6"/>
                </a:cxn>
                <a:cxn ang="0">
                  <a:pos x="101" y="22"/>
                </a:cxn>
                <a:cxn ang="0">
                  <a:pos x="82" y="54"/>
                </a:cxn>
                <a:cxn ang="0">
                  <a:pos x="77" y="173"/>
                </a:cxn>
                <a:cxn ang="0">
                  <a:pos x="77" y="165"/>
                </a:cxn>
                <a:cxn ang="0">
                  <a:pos x="71" y="146"/>
                </a:cxn>
                <a:cxn ang="0">
                  <a:pos x="60" y="123"/>
                </a:cxn>
                <a:cxn ang="0">
                  <a:pos x="38" y="104"/>
                </a:cxn>
                <a:cxn ang="0">
                  <a:pos x="0" y="96"/>
                </a:cxn>
                <a:cxn ang="0">
                  <a:pos x="0" y="103"/>
                </a:cxn>
                <a:cxn ang="0">
                  <a:pos x="0" y="120"/>
                </a:cxn>
                <a:cxn ang="0">
                  <a:pos x="8" y="143"/>
                </a:cxn>
                <a:cxn ang="0">
                  <a:pos x="24" y="163"/>
                </a:cxn>
                <a:cxn ang="0">
                  <a:pos x="55" y="177"/>
                </a:cxn>
                <a:cxn ang="0">
                  <a:pos x="77" y="356"/>
                </a:cxn>
                <a:cxn ang="0">
                  <a:pos x="82" y="274"/>
                </a:cxn>
                <a:cxn ang="0">
                  <a:pos x="91" y="273"/>
                </a:cxn>
                <a:cxn ang="0">
                  <a:pos x="112" y="267"/>
                </a:cxn>
                <a:cxn ang="0">
                  <a:pos x="135" y="252"/>
                </a:cxn>
                <a:cxn ang="0">
                  <a:pos x="151" y="224"/>
                </a:cxn>
                <a:cxn ang="0">
                  <a:pos x="152" y="203"/>
                </a:cxn>
                <a:cxn ang="0">
                  <a:pos x="137" y="204"/>
                </a:cxn>
                <a:cxn ang="0">
                  <a:pos x="117" y="211"/>
                </a:cxn>
                <a:cxn ang="0">
                  <a:pos x="97" y="231"/>
                </a:cxn>
                <a:cxn ang="0">
                  <a:pos x="82" y="267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gray">
            <a:xfrm>
              <a:off x="2514" y="379"/>
              <a:ext cx="92" cy="210"/>
            </a:xfrm>
            <a:custGeom>
              <a:avLst/>
              <a:gdLst/>
              <a:ahLst/>
              <a:cxnLst>
                <a:cxn ang="0">
                  <a:pos x="43" y="162"/>
                </a:cxn>
                <a:cxn ang="0">
                  <a:pos x="36" y="160"/>
                </a:cxn>
                <a:cxn ang="0">
                  <a:pos x="23" y="155"/>
                </a:cxn>
                <a:cxn ang="0">
                  <a:pos x="12" y="141"/>
                </a:cxn>
                <a:cxn ang="0">
                  <a:pos x="12" y="129"/>
                </a:cxn>
                <a:cxn ang="0">
                  <a:pos x="23" y="132"/>
                </a:cxn>
                <a:cxn ang="0">
                  <a:pos x="38" y="145"/>
                </a:cxn>
                <a:cxn ang="0">
                  <a:pos x="43" y="108"/>
                </a:cxn>
                <a:cxn ang="0">
                  <a:pos x="35" y="106"/>
                </a:cxn>
                <a:cxn ang="0">
                  <a:pos x="20" y="101"/>
                </a:cxn>
                <a:cxn ang="0">
                  <a:pos x="7" y="83"/>
                </a:cxn>
                <a:cxn ang="0">
                  <a:pos x="7" y="70"/>
                </a:cxn>
                <a:cxn ang="0">
                  <a:pos x="17" y="71"/>
                </a:cxn>
                <a:cxn ang="0">
                  <a:pos x="31" y="81"/>
                </a:cxn>
                <a:cxn ang="0">
                  <a:pos x="43" y="105"/>
                </a:cxn>
                <a:cxn ang="0">
                  <a:pos x="40" y="43"/>
                </a:cxn>
                <a:cxn ang="0">
                  <a:pos x="26" y="39"/>
                </a:cxn>
                <a:cxn ang="0">
                  <a:pos x="8" y="27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23" y="5"/>
                </a:cxn>
                <a:cxn ang="0">
                  <a:pos x="39" y="23"/>
                </a:cxn>
                <a:cxn ang="0">
                  <a:pos x="46" y="38"/>
                </a:cxn>
                <a:cxn ang="0">
                  <a:pos x="51" y="24"/>
                </a:cxn>
                <a:cxn ang="0">
                  <a:pos x="66" y="8"/>
                </a:cxn>
                <a:cxn ang="0">
                  <a:pos x="92" y="0"/>
                </a:cxn>
                <a:cxn ang="0">
                  <a:pos x="90" y="8"/>
                </a:cxn>
                <a:cxn ang="0">
                  <a:pos x="82" y="25"/>
                </a:cxn>
                <a:cxn ang="0">
                  <a:pos x="63" y="40"/>
                </a:cxn>
                <a:cxn ang="0">
                  <a:pos x="49" y="124"/>
                </a:cxn>
                <a:cxn ang="0">
                  <a:pos x="50" y="116"/>
                </a:cxn>
                <a:cxn ang="0">
                  <a:pos x="59" y="100"/>
                </a:cxn>
                <a:cxn ang="0">
                  <a:pos x="81" y="92"/>
                </a:cxn>
                <a:cxn ang="0">
                  <a:pos x="80" y="98"/>
                </a:cxn>
                <a:cxn ang="0">
                  <a:pos x="73" y="114"/>
                </a:cxn>
                <a:cxn ang="0">
                  <a:pos x="59" y="127"/>
                </a:cxn>
                <a:cxn ang="0">
                  <a:pos x="49" y="210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0" name="Freeform 16"/>
            <p:cNvSpPr>
              <a:spLocks/>
            </p:cNvSpPr>
            <p:nvPr/>
          </p:nvSpPr>
          <p:spPr bwMode="gray">
            <a:xfrm>
              <a:off x="1566" y="297"/>
              <a:ext cx="128" cy="292"/>
            </a:xfrm>
            <a:custGeom>
              <a:avLst/>
              <a:gdLst/>
              <a:ahLst/>
              <a:cxnLst>
                <a:cxn ang="0">
                  <a:pos x="61" y="225"/>
                </a:cxn>
                <a:cxn ang="0">
                  <a:pos x="54" y="225"/>
                </a:cxn>
                <a:cxn ang="0">
                  <a:pos x="38" y="219"/>
                </a:cxn>
                <a:cxn ang="0">
                  <a:pos x="23" y="206"/>
                </a:cxn>
                <a:cxn ang="0">
                  <a:pos x="15" y="180"/>
                </a:cxn>
                <a:cxn ang="0">
                  <a:pos x="23" y="180"/>
                </a:cxn>
                <a:cxn ang="0">
                  <a:pos x="38" y="186"/>
                </a:cxn>
                <a:cxn ang="0">
                  <a:pos x="54" y="205"/>
                </a:cxn>
                <a:cxn ang="0">
                  <a:pos x="61" y="151"/>
                </a:cxn>
                <a:cxn ang="0">
                  <a:pos x="52" y="149"/>
                </a:cxn>
                <a:cxn ang="0">
                  <a:pos x="34" y="144"/>
                </a:cxn>
                <a:cxn ang="0">
                  <a:pos x="16" y="128"/>
                </a:cxn>
                <a:cxn ang="0">
                  <a:pos x="8" y="98"/>
                </a:cxn>
                <a:cxn ang="0">
                  <a:pos x="15" y="97"/>
                </a:cxn>
                <a:cxn ang="0">
                  <a:pos x="29" y="101"/>
                </a:cxn>
                <a:cxn ang="0">
                  <a:pos x="47" y="116"/>
                </a:cxn>
                <a:cxn ang="0">
                  <a:pos x="61" y="147"/>
                </a:cxn>
                <a:cxn ang="0">
                  <a:pos x="58" y="60"/>
                </a:cxn>
                <a:cxn ang="0">
                  <a:pos x="44" y="58"/>
                </a:cxn>
                <a:cxn ang="0">
                  <a:pos x="25" y="50"/>
                </a:cxn>
                <a:cxn ang="0">
                  <a:pos x="8" y="32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27" y="5"/>
                </a:cxn>
                <a:cxn ang="0">
                  <a:pos x="48" y="21"/>
                </a:cxn>
                <a:cxn ang="0">
                  <a:pos x="65" y="56"/>
                </a:cxn>
                <a:cxn ang="0">
                  <a:pos x="66" y="48"/>
                </a:cxn>
                <a:cxn ang="0">
                  <a:pos x="77" y="28"/>
                </a:cxn>
                <a:cxn ang="0">
                  <a:pos x="96" y="9"/>
                </a:cxn>
                <a:cxn ang="0">
                  <a:pos x="128" y="0"/>
                </a:cxn>
                <a:cxn ang="0">
                  <a:pos x="127" y="9"/>
                </a:cxn>
                <a:cxn ang="0">
                  <a:pos x="119" y="31"/>
                </a:cxn>
                <a:cxn ang="0">
                  <a:pos x="101" y="51"/>
                </a:cxn>
                <a:cxn ang="0">
                  <a:pos x="67" y="60"/>
                </a:cxn>
                <a:cxn ang="0">
                  <a:pos x="69" y="170"/>
                </a:cxn>
                <a:cxn ang="0">
                  <a:pos x="73" y="155"/>
                </a:cxn>
                <a:cxn ang="0">
                  <a:pos x="86" y="136"/>
                </a:cxn>
                <a:cxn ang="0">
                  <a:pos x="113" y="128"/>
                </a:cxn>
                <a:cxn ang="0">
                  <a:pos x="112" y="136"/>
                </a:cxn>
                <a:cxn ang="0">
                  <a:pos x="105" y="153"/>
                </a:cxn>
                <a:cxn ang="0">
                  <a:pos x="92" y="172"/>
                </a:cxn>
                <a:cxn ang="0">
                  <a:pos x="67" y="180"/>
                </a:cxn>
                <a:cxn ang="0">
                  <a:pos x="61" y="292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2596" y="332"/>
              <a:ext cx="68" cy="257"/>
            </a:xfrm>
            <a:custGeom>
              <a:avLst/>
              <a:gdLst/>
              <a:ahLst/>
              <a:cxnLst>
                <a:cxn ang="0">
                  <a:pos x="31" y="164"/>
                </a:cxn>
                <a:cxn ang="0">
                  <a:pos x="23" y="163"/>
                </a:cxn>
                <a:cxn ang="0">
                  <a:pos x="8" y="155"/>
                </a:cxn>
                <a:cxn ang="0">
                  <a:pos x="0" y="132"/>
                </a:cxn>
                <a:cxn ang="0">
                  <a:pos x="7" y="132"/>
                </a:cxn>
                <a:cxn ang="0">
                  <a:pos x="22" y="139"/>
                </a:cxn>
                <a:cxn ang="0">
                  <a:pos x="31" y="160"/>
                </a:cxn>
                <a:cxn ang="0">
                  <a:pos x="29" y="101"/>
                </a:cxn>
                <a:cxn ang="0">
                  <a:pos x="16" y="97"/>
                </a:cxn>
                <a:cxn ang="0">
                  <a:pos x="3" y="83"/>
                </a:cxn>
                <a:cxn ang="0">
                  <a:pos x="3" y="70"/>
                </a:cxn>
                <a:cxn ang="0">
                  <a:pos x="15" y="74"/>
                </a:cxn>
                <a:cxn ang="0">
                  <a:pos x="27" y="86"/>
                </a:cxn>
                <a:cxn ang="0">
                  <a:pos x="31" y="31"/>
                </a:cxn>
                <a:cxn ang="0">
                  <a:pos x="33" y="23"/>
                </a:cxn>
                <a:cxn ang="0">
                  <a:pos x="41" y="8"/>
                </a:cxn>
                <a:cxn ang="0">
                  <a:pos x="62" y="0"/>
                </a:cxn>
                <a:cxn ang="0">
                  <a:pos x="61" y="8"/>
                </a:cxn>
                <a:cxn ang="0">
                  <a:pos x="53" y="23"/>
                </a:cxn>
                <a:cxn ang="0">
                  <a:pos x="35" y="31"/>
                </a:cxn>
                <a:cxn ang="0">
                  <a:pos x="35" y="75"/>
                </a:cxn>
                <a:cxn ang="0">
                  <a:pos x="39" y="62"/>
                </a:cxn>
                <a:cxn ang="0">
                  <a:pos x="54" y="48"/>
                </a:cxn>
                <a:cxn ang="0">
                  <a:pos x="68" y="48"/>
                </a:cxn>
                <a:cxn ang="0">
                  <a:pos x="66" y="59"/>
                </a:cxn>
                <a:cxn ang="0">
                  <a:pos x="58" y="72"/>
                </a:cxn>
                <a:cxn ang="0">
                  <a:pos x="35" y="82"/>
                </a:cxn>
                <a:cxn ang="0">
                  <a:pos x="35" y="143"/>
                </a:cxn>
                <a:cxn ang="0">
                  <a:pos x="38" y="132"/>
                </a:cxn>
                <a:cxn ang="0">
                  <a:pos x="49" y="122"/>
                </a:cxn>
                <a:cxn ang="0">
                  <a:pos x="60" y="122"/>
                </a:cxn>
                <a:cxn ang="0">
                  <a:pos x="58" y="133"/>
                </a:cxn>
                <a:cxn ang="0">
                  <a:pos x="47" y="144"/>
                </a:cxn>
                <a:cxn ang="0">
                  <a:pos x="35" y="25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1672" y="164"/>
              <a:ext cx="111" cy="425"/>
            </a:xfrm>
            <a:custGeom>
              <a:avLst/>
              <a:gdLst/>
              <a:ahLst/>
              <a:cxnLst>
                <a:cxn ang="0">
                  <a:pos x="52" y="272"/>
                </a:cxn>
                <a:cxn ang="0">
                  <a:pos x="44" y="270"/>
                </a:cxn>
                <a:cxn ang="0">
                  <a:pos x="26" y="265"/>
                </a:cxn>
                <a:cxn ang="0">
                  <a:pos x="8" y="249"/>
                </a:cxn>
                <a:cxn ang="0">
                  <a:pos x="0" y="219"/>
                </a:cxn>
                <a:cxn ang="0">
                  <a:pos x="8" y="219"/>
                </a:cxn>
                <a:cxn ang="0">
                  <a:pos x="25" y="223"/>
                </a:cxn>
                <a:cxn ang="0">
                  <a:pos x="41" y="235"/>
                </a:cxn>
                <a:cxn ang="0">
                  <a:pos x="52" y="265"/>
                </a:cxn>
                <a:cxn ang="0">
                  <a:pos x="50" y="168"/>
                </a:cxn>
                <a:cxn ang="0">
                  <a:pos x="35" y="165"/>
                </a:cxn>
                <a:cxn ang="0">
                  <a:pos x="17" y="156"/>
                </a:cxn>
                <a:cxn ang="0">
                  <a:pos x="3" y="134"/>
                </a:cxn>
                <a:cxn ang="0">
                  <a:pos x="3" y="116"/>
                </a:cxn>
                <a:cxn ang="0">
                  <a:pos x="19" y="120"/>
                </a:cxn>
                <a:cxn ang="0">
                  <a:pos x="39" y="133"/>
                </a:cxn>
                <a:cxn ang="0">
                  <a:pos x="52" y="161"/>
                </a:cxn>
                <a:cxn ang="0">
                  <a:pos x="53" y="50"/>
                </a:cxn>
                <a:cxn ang="0">
                  <a:pos x="54" y="36"/>
                </a:cxn>
                <a:cxn ang="0">
                  <a:pos x="65" y="17"/>
                </a:cxn>
                <a:cxn ang="0">
                  <a:pos x="87" y="3"/>
                </a:cxn>
                <a:cxn ang="0">
                  <a:pos x="103" y="3"/>
                </a:cxn>
                <a:cxn ang="0">
                  <a:pos x="99" y="21"/>
                </a:cxn>
                <a:cxn ang="0">
                  <a:pos x="84" y="42"/>
                </a:cxn>
                <a:cxn ang="0">
                  <a:pos x="58" y="52"/>
                </a:cxn>
                <a:cxn ang="0">
                  <a:pos x="58" y="127"/>
                </a:cxn>
                <a:cxn ang="0">
                  <a:pos x="61" y="112"/>
                </a:cxn>
                <a:cxn ang="0">
                  <a:pos x="72" y="94"/>
                </a:cxn>
                <a:cxn ang="0">
                  <a:pos x="93" y="80"/>
                </a:cxn>
                <a:cxn ang="0">
                  <a:pos x="111" y="80"/>
                </a:cxn>
                <a:cxn ang="0">
                  <a:pos x="111" y="91"/>
                </a:cxn>
                <a:cxn ang="0">
                  <a:pos x="107" y="108"/>
                </a:cxn>
                <a:cxn ang="0">
                  <a:pos x="91" y="126"/>
                </a:cxn>
                <a:cxn ang="0">
                  <a:pos x="58" y="135"/>
                </a:cxn>
                <a:cxn ang="0">
                  <a:pos x="58" y="236"/>
                </a:cxn>
                <a:cxn ang="0">
                  <a:pos x="61" y="223"/>
                </a:cxn>
                <a:cxn ang="0">
                  <a:pos x="73" y="208"/>
                </a:cxn>
                <a:cxn ang="0">
                  <a:pos x="97" y="200"/>
                </a:cxn>
                <a:cxn ang="0">
                  <a:pos x="99" y="207"/>
                </a:cxn>
                <a:cxn ang="0">
                  <a:pos x="97" y="220"/>
                </a:cxn>
                <a:cxn ang="0">
                  <a:pos x="87" y="235"/>
                </a:cxn>
                <a:cxn ang="0">
                  <a:pos x="58" y="245"/>
                </a:cxn>
                <a:cxn ang="0">
                  <a:pos x="52" y="42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gray">
            <a:xfrm>
              <a:off x="2065" y="362"/>
              <a:ext cx="99" cy="227"/>
            </a:xfrm>
            <a:custGeom>
              <a:avLst/>
              <a:gdLst/>
              <a:ahLst/>
              <a:cxnLst>
                <a:cxn ang="0">
                  <a:pos x="52" y="176"/>
                </a:cxn>
                <a:cxn ang="0">
                  <a:pos x="59" y="176"/>
                </a:cxn>
                <a:cxn ang="0">
                  <a:pos x="74" y="169"/>
                </a:cxn>
                <a:cxn ang="0">
                  <a:pos x="86" y="154"/>
                </a:cxn>
                <a:cxn ang="0">
                  <a:pos x="86" y="141"/>
                </a:cxn>
                <a:cxn ang="0">
                  <a:pos x="74" y="143"/>
                </a:cxn>
                <a:cxn ang="0">
                  <a:pos x="58" y="158"/>
                </a:cxn>
                <a:cxn ang="0">
                  <a:pos x="52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2" y="115"/>
                </a:cxn>
                <a:cxn ang="0">
                  <a:pos x="55" y="48"/>
                </a:cxn>
                <a:cxn ang="0">
                  <a:pos x="67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3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1" y="3"/>
                </a:cxn>
                <a:cxn ang="0">
                  <a:pos x="5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5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5" y="132"/>
                </a:cxn>
                <a:cxn ang="0">
                  <a:pos x="47" y="141"/>
                </a:cxn>
                <a:cxn ang="0">
                  <a:pos x="52" y="228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2921" y="362"/>
              <a:ext cx="100" cy="227"/>
            </a:xfrm>
            <a:custGeom>
              <a:avLst/>
              <a:gdLst/>
              <a:ahLst/>
              <a:cxnLst>
                <a:cxn ang="0">
                  <a:pos x="53" y="176"/>
                </a:cxn>
                <a:cxn ang="0">
                  <a:pos x="60" y="176"/>
                </a:cxn>
                <a:cxn ang="0">
                  <a:pos x="74" y="169"/>
                </a:cxn>
                <a:cxn ang="0">
                  <a:pos x="87" y="154"/>
                </a:cxn>
                <a:cxn ang="0">
                  <a:pos x="87" y="141"/>
                </a:cxn>
                <a:cxn ang="0">
                  <a:pos x="74" y="143"/>
                </a:cxn>
                <a:cxn ang="0">
                  <a:pos x="60" y="158"/>
                </a:cxn>
                <a:cxn ang="0">
                  <a:pos x="53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3" y="115"/>
                </a:cxn>
                <a:cxn ang="0">
                  <a:pos x="56" y="48"/>
                </a:cxn>
                <a:cxn ang="0">
                  <a:pos x="68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4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2" y="3"/>
                </a:cxn>
                <a:cxn ang="0">
                  <a:pos x="6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6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6" y="132"/>
                </a:cxn>
                <a:cxn ang="0">
                  <a:pos x="47" y="141"/>
                </a:cxn>
                <a:cxn ang="0">
                  <a:pos x="53" y="228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2273" y="187"/>
              <a:ext cx="176" cy="402"/>
            </a:xfrm>
            <a:custGeom>
              <a:avLst/>
              <a:gdLst/>
              <a:ahLst/>
              <a:cxnLst>
                <a:cxn ang="0">
                  <a:pos x="93" y="309"/>
                </a:cxn>
                <a:cxn ang="0">
                  <a:pos x="101" y="309"/>
                </a:cxn>
                <a:cxn ang="0">
                  <a:pos x="118" y="304"/>
                </a:cxn>
                <a:cxn ang="0">
                  <a:pos x="138" y="292"/>
                </a:cxn>
                <a:cxn ang="0">
                  <a:pos x="152" y="266"/>
                </a:cxn>
                <a:cxn ang="0">
                  <a:pos x="152" y="247"/>
                </a:cxn>
                <a:cxn ang="0">
                  <a:pos x="138" y="250"/>
                </a:cxn>
                <a:cxn ang="0">
                  <a:pos x="120" y="259"/>
                </a:cxn>
                <a:cxn ang="0">
                  <a:pos x="99" y="285"/>
                </a:cxn>
                <a:cxn ang="0">
                  <a:pos x="93" y="207"/>
                </a:cxn>
                <a:cxn ang="0">
                  <a:pos x="102" y="205"/>
                </a:cxn>
                <a:cxn ang="0">
                  <a:pos x="122" y="200"/>
                </a:cxn>
                <a:cxn ang="0">
                  <a:pos x="147" y="185"/>
                </a:cxn>
                <a:cxn ang="0">
                  <a:pos x="163" y="155"/>
                </a:cxn>
                <a:cxn ang="0">
                  <a:pos x="163" y="134"/>
                </a:cxn>
                <a:cxn ang="0">
                  <a:pos x="149" y="135"/>
                </a:cxn>
                <a:cxn ang="0">
                  <a:pos x="129" y="142"/>
                </a:cxn>
                <a:cxn ang="0">
                  <a:pos x="107" y="162"/>
                </a:cxn>
                <a:cxn ang="0">
                  <a:pos x="93" y="201"/>
                </a:cxn>
                <a:cxn ang="0">
                  <a:pos x="95" y="83"/>
                </a:cxn>
                <a:cxn ang="0">
                  <a:pos x="110" y="81"/>
                </a:cxn>
                <a:cxn ang="0">
                  <a:pos x="134" y="73"/>
                </a:cxn>
                <a:cxn ang="0">
                  <a:pos x="157" y="54"/>
                </a:cxn>
                <a:cxn ang="0">
                  <a:pos x="174" y="23"/>
                </a:cxn>
                <a:cxn ang="0">
                  <a:pos x="174" y="0"/>
                </a:cxn>
                <a:cxn ang="0">
                  <a:pos x="157" y="2"/>
                </a:cxn>
                <a:cxn ang="0">
                  <a:pos x="133" y="10"/>
                </a:cxn>
                <a:cxn ang="0">
                  <a:pos x="107" y="33"/>
                </a:cxn>
                <a:cxn ang="0">
                  <a:pos x="87" y="77"/>
                </a:cxn>
                <a:cxn ang="0">
                  <a:pos x="85" y="68"/>
                </a:cxn>
                <a:cxn ang="0">
                  <a:pos x="75" y="46"/>
                </a:cxn>
                <a:cxn ang="0">
                  <a:pos x="55" y="21"/>
                </a:cxn>
                <a:cxn ang="0">
                  <a:pos x="22" y="3"/>
                </a:cxn>
                <a:cxn ang="0">
                  <a:pos x="1" y="3"/>
                </a:cxn>
                <a:cxn ang="0">
                  <a:pos x="4" y="18"/>
                </a:cxn>
                <a:cxn ang="0">
                  <a:pos x="12" y="42"/>
                </a:cxn>
                <a:cxn ang="0">
                  <a:pos x="31" y="65"/>
                </a:cxn>
                <a:cxn ang="0">
                  <a:pos x="62" y="81"/>
                </a:cxn>
                <a:cxn ang="0">
                  <a:pos x="82" y="238"/>
                </a:cxn>
                <a:cxn ang="0">
                  <a:pos x="80" y="228"/>
                </a:cxn>
                <a:cxn ang="0">
                  <a:pos x="72" y="207"/>
                </a:cxn>
                <a:cxn ang="0">
                  <a:pos x="55" y="185"/>
                </a:cxn>
                <a:cxn ang="0">
                  <a:pos x="21" y="176"/>
                </a:cxn>
                <a:cxn ang="0">
                  <a:pos x="22" y="185"/>
                </a:cxn>
                <a:cxn ang="0">
                  <a:pos x="28" y="205"/>
                </a:cxn>
                <a:cxn ang="0">
                  <a:pos x="41" y="230"/>
                </a:cxn>
                <a:cxn ang="0">
                  <a:pos x="66" y="246"/>
                </a:cxn>
                <a:cxn ang="0">
                  <a:pos x="82" y="402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gray">
            <a:xfrm>
              <a:off x="2161" y="215"/>
              <a:ext cx="98" cy="374"/>
            </a:xfrm>
            <a:custGeom>
              <a:avLst/>
              <a:gdLst/>
              <a:ahLst/>
              <a:cxnLst>
                <a:cxn ang="0">
                  <a:pos x="52" y="237"/>
                </a:cxn>
                <a:cxn ang="0">
                  <a:pos x="59" y="237"/>
                </a:cxn>
                <a:cxn ang="0">
                  <a:pos x="74" y="232"/>
                </a:cxn>
                <a:cxn ang="0">
                  <a:pos x="90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1" y="197"/>
                </a:cxn>
                <a:cxn ang="0">
                  <a:pos x="56" y="215"/>
                </a:cxn>
                <a:cxn ang="0">
                  <a:pos x="52" y="147"/>
                </a:cxn>
                <a:cxn ang="0">
                  <a:pos x="59" y="147"/>
                </a:cxn>
                <a:cxn ang="0">
                  <a:pos x="74" y="141"/>
                </a:cxn>
                <a:cxn ang="0">
                  <a:pos x="90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1" y="109"/>
                </a:cxn>
                <a:cxn ang="0">
                  <a:pos x="56" y="126"/>
                </a:cxn>
                <a:cxn ang="0">
                  <a:pos x="52" y="46"/>
                </a:cxn>
                <a:cxn ang="0">
                  <a:pos x="51" y="37"/>
                </a:cxn>
                <a:cxn ang="0">
                  <a:pos x="45" y="23"/>
                </a:cxn>
                <a:cxn ang="0">
                  <a:pos x="32" y="6"/>
                </a:cxn>
                <a:cxn ang="0">
                  <a:pos x="6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3" y="43"/>
                </a:cxn>
                <a:cxn ang="0">
                  <a:pos x="45" y="113"/>
                </a:cxn>
                <a:cxn ang="0">
                  <a:pos x="45" y="106"/>
                </a:cxn>
                <a:cxn ang="0">
                  <a:pos x="40" y="90"/>
                </a:cxn>
                <a:cxn ang="0">
                  <a:pos x="27" y="75"/>
                </a:cxn>
                <a:cxn ang="0">
                  <a:pos x="1" y="67"/>
                </a:cxn>
                <a:cxn ang="0">
                  <a:pos x="0" y="75"/>
                </a:cxn>
                <a:cxn ang="0">
                  <a:pos x="2" y="91"/>
                </a:cxn>
                <a:cxn ang="0">
                  <a:pos x="14" y="109"/>
                </a:cxn>
                <a:cxn ang="0">
                  <a:pos x="45" y="118"/>
                </a:cxn>
                <a:cxn ang="0">
                  <a:pos x="45" y="207"/>
                </a:cxn>
                <a:cxn ang="0">
                  <a:pos x="43" y="195"/>
                </a:cxn>
                <a:cxn ang="0">
                  <a:pos x="33" y="182"/>
                </a:cxn>
                <a:cxn ang="0">
                  <a:pos x="12" y="175"/>
                </a:cxn>
                <a:cxn ang="0">
                  <a:pos x="10" y="182"/>
                </a:cxn>
                <a:cxn ang="0">
                  <a:pos x="13" y="197"/>
                </a:cxn>
                <a:cxn ang="0">
                  <a:pos x="29" y="211"/>
                </a:cxn>
                <a:cxn ang="0">
                  <a:pos x="45" y="373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gray">
            <a:xfrm>
              <a:off x="2708" y="215"/>
              <a:ext cx="97" cy="374"/>
            </a:xfrm>
            <a:custGeom>
              <a:avLst/>
              <a:gdLst/>
              <a:ahLst/>
              <a:cxnLst>
                <a:cxn ang="0">
                  <a:pos x="51" y="237"/>
                </a:cxn>
                <a:cxn ang="0">
                  <a:pos x="60" y="237"/>
                </a:cxn>
                <a:cxn ang="0">
                  <a:pos x="74" y="232"/>
                </a:cxn>
                <a:cxn ang="0">
                  <a:pos x="91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2" y="197"/>
                </a:cxn>
                <a:cxn ang="0">
                  <a:pos x="55" y="215"/>
                </a:cxn>
                <a:cxn ang="0">
                  <a:pos x="51" y="147"/>
                </a:cxn>
                <a:cxn ang="0">
                  <a:pos x="60" y="147"/>
                </a:cxn>
                <a:cxn ang="0">
                  <a:pos x="74" y="141"/>
                </a:cxn>
                <a:cxn ang="0">
                  <a:pos x="91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2" y="109"/>
                </a:cxn>
                <a:cxn ang="0">
                  <a:pos x="55" y="126"/>
                </a:cxn>
                <a:cxn ang="0">
                  <a:pos x="51" y="46"/>
                </a:cxn>
                <a:cxn ang="0">
                  <a:pos x="51" y="37"/>
                </a:cxn>
                <a:cxn ang="0">
                  <a:pos x="46" y="23"/>
                </a:cxn>
                <a:cxn ang="0">
                  <a:pos x="33" y="6"/>
                </a:cxn>
                <a:cxn ang="0">
                  <a:pos x="7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4" y="43"/>
                </a:cxn>
                <a:cxn ang="0">
                  <a:pos x="46" y="113"/>
                </a:cxn>
                <a:cxn ang="0">
                  <a:pos x="46" y="106"/>
                </a:cxn>
                <a:cxn ang="0">
                  <a:pos x="41" y="90"/>
                </a:cxn>
                <a:cxn ang="0">
                  <a:pos x="27" y="75"/>
                </a:cxn>
                <a:cxn ang="0">
                  <a:pos x="0" y="67"/>
                </a:cxn>
                <a:cxn ang="0">
                  <a:pos x="0" y="75"/>
                </a:cxn>
                <a:cxn ang="0">
                  <a:pos x="3" y="91"/>
                </a:cxn>
                <a:cxn ang="0">
                  <a:pos x="15" y="109"/>
                </a:cxn>
                <a:cxn ang="0">
                  <a:pos x="46" y="118"/>
                </a:cxn>
                <a:cxn ang="0">
                  <a:pos x="46" y="207"/>
                </a:cxn>
                <a:cxn ang="0">
                  <a:pos x="43" y="195"/>
                </a:cxn>
                <a:cxn ang="0">
                  <a:pos x="34" y="182"/>
                </a:cxn>
                <a:cxn ang="0">
                  <a:pos x="12" y="175"/>
                </a:cxn>
                <a:cxn ang="0">
                  <a:pos x="11" y="182"/>
                </a:cxn>
                <a:cxn ang="0">
                  <a:pos x="14" y="197"/>
                </a:cxn>
                <a:cxn ang="0">
                  <a:pos x="30" y="211"/>
                </a:cxn>
                <a:cxn ang="0">
                  <a:pos x="46" y="373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sp>
        <p:nvSpPr>
          <p:cNvPr id="1049" name="Freeform 25"/>
          <p:cNvSpPr>
            <a:spLocks/>
          </p:cNvSpPr>
          <p:nvPr/>
        </p:nvSpPr>
        <p:spPr bwMode="gray">
          <a:xfrm>
            <a:off x="95252" y="6446844"/>
            <a:ext cx="8970963" cy="314325"/>
          </a:xfrm>
          <a:custGeom>
            <a:avLst/>
            <a:gdLst/>
            <a:ahLst/>
            <a:cxnLst>
              <a:cxn ang="0">
                <a:pos x="4" y="198"/>
              </a:cxn>
              <a:cxn ang="0">
                <a:pos x="5651" y="198"/>
              </a:cxn>
              <a:cxn ang="0">
                <a:pos x="5646" y="94"/>
              </a:cxn>
              <a:cxn ang="0">
                <a:pos x="1491" y="94"/>
              </a:cxn>
              <a:cxn ang="0">
                <a:pos x="1343" y="2"/>
              </a:cxn>
              <a:cxn ang="0">
                <a:pos x="0" y="0"/>
              </a:cxn>
              <a:cxn ang="0">
                <a:pos x="4" y="198"/>
              </a:cxn>
            </a:cxnLst>
            <a:rect l="0" t="0" r="r" b="b"/>
            <a:pathLst>
              <a:path w="5651" h="198">
                <a:moveTo>
                  <a:pt x="4" y="198"/>
                </a:moveTo>
                <a:lnTo>
                  <a:pt x="5651" y="198"/>
                </a:lnTo>
                <a:lnTo>
                  <a:pt x="5646" y="94"/>
                </a:lnTo>
                <a:lnTo>
                  <a:pt x="1491" y="94"/>
                </a:lnTo>
                <a:lnTo>
                  <a:pt x="1343" y="2"/>
                </a:lnTo>
                <a:lnTo>
                  <a:pt x="0" y="0"/>
                </a:lnTo>
                <a:lnTo>
                  <a:pt x="4" y="198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0" name="Freeform 26"/>
          <p:cNvSpPr>
            <a:spLocks/>
          </p:cNvSpPr>
          <p:nvPr/>
        </p:nvSpPr>
        <p:spPr bwMode="gray">
          <a:xfrm>
            <a:off x="95253" y="6491288"/>
            <a:ext cx="8975725" cy="279400"/>
          </a:xfrm>
          <a:custGeom>
            <a:avLst/>
            <a:gdLst/>
            <a:ahLst/>
            <a:cxnLst>
              <a:cxn ang="0">
                <a:pos x="0" y="176"/>
              </a:cxn>
              <a:cxn ang="0">
                <a:pos x="5650" y="169"/>
              </a:cxn>
              <a:cxn ang="0">
                <a:pos x="5646" y="95"/>
              </a:cxn>
              <a:cxn ang="0">
                <a:pos x="1478" y="95"/>
              </a:cxn>
              <a:cxn ang="0">
                <a:pos x="1317" y="3"/>
              </a:cxn>
              <a:cxn ang="0">
                <a:pos x="0" y="0"/>
              </a:cxn>
              <a:cxn ang="0">
                <a:pos x="0" y="176"/>
              </a:cxn>
            </a:cxnLst>
            <a:rect l="0" t="0" r="r" b="b"/>
            <a:pathLst>
              <a:path w="5650" h="176">
                <a:moveTo>
                  <a:pt x="0" y="176"/>
                </a:moveTo>
                <a:lnTo>
                  <a:pt x="5650" y="169"/>
                </a:lnTo>
                <a:lnTo>
                  <a:pt x="5646" y="95"/>
                </a:lnTo>
                <a:lnTo>
                  <a:pt x="1478" y="95"/>
                </a:lnTo>
                <a:lnTo>
                  <a:pt x="1317" y="3"/>
                </a:lnTo>
                <a:lnTo>
                  <a:pt x="0" y="0"/>
                </a:lnTo>
                <a:lnTo>
                  <a:pt x="0" y="17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1" name="Freeform 27" descr="Dark upward diagonal"/>
          <p:cNvSpPr>
            <a:spLocks/>
          </p:cNvSpPr>
          <p:nvPr/>
        </p:nvSpPr>
        <p:spPr bwMode="gray">
          <a:xfrm>
            <a:off x="92078" y="98425"/>
            <a:ext cx="8956675" cy="1793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582" y="0"/>
              </a:cxn>
              <a:cxn ang="0">
                <a:pos x="5639" y="45"/>
              </a:cxn>
              <a:cxn ang="0">
                <a:pos x="5636" y="113"/>
              </a:cxn>
              <a:cxn ang="0">
                <a:pos x="0" y="113"/>
              </a:cxn>
              <a:cxn ang="0">
                <a:pos x="0" y="0"/>
              </a:cxn>
            </a:cxnLst>
            <a:rect l="0" t="0" r="r" b="b"/>
            <a:pathLst>
              <a:path w="5639" h="113">
                <a:moveTo>
                  <a:pt x="0" y="0"/>
                </a:moveTo>
                <a:lnTo>
                  <a:pt x="5582" y="0"/>
                </a:lnTo>
                <a:cubicBezTo>
                  <a:pt x="5630" y="3"/>
                  <a:pt x="5639" y="45"/>
                  <a:pt x="5639" y="45"/>
                </a:cubicBezTo>
                <a:lnTo>
                  <a:pt x="5636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2" name="Freeform 28"/>
          <p:cNvSpPr>
            <a:spLocks/>
          </p:cNvSpPr>
          <p:nvPr/>
        </p:nvSpPr>
        <p:spPr bwMode="gray">
          <a:xfrm>
            <a:off x="92076" y="307981"/>
            <a:ext cx="8955088" cy="938213"/>
          </a:xfrm>
          <a:custGeom>
            <a:avLst/>
            <a:gdLst/>
            <a:ahLst/>
            <a:cxnLst>
              <a:cxn ang="0">
                <a:pos x="5446" y="0"/>
              </a:cxn>
              <a:cxn ang="0">
                <a:pos x="0" y="0"/>
              </a:cxn>
              <a:cxn ang="0">
                <a:pos x="2" y="470"/>
              </a:cxn>
              <a:cxn ang="0">
                <a:pos x="4078" y="474"/>
              </a:cxn>
              <a:cxn ang="0">
                <a:pos x="4178" y="527"/>
              </a:cxn>
              <a:cxn ang="0">
                <a:pos x="5446" y="531"/>
              </a:cxn>
              <a:cxn ang="0">
                <a:pos x="5446" y="0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3" name="Freeform 29"/>
          <p:cNvSpPr>
            <a:spLocks/>
          </p:cNvSpPr>
          <p:nvPr/>
        </p:nvSpPr>
        <p:spPr bwMode="gray">
          <a:xfrm>
            <a:off x="92076" y="306388"/>
            <a:ext cx="8955088" cy="836612"/>
          </a:xfrm>
          <a:custGeom>
            <a:avLst/>
            <a:gdLst/>
            <a:ahLst/>
            <a:cxnLst>
              <a:cxn ang="0">
                <a:pos x="5446" y="0"/>
              </a:cxn>
              <a:cxn ang="0">
                <a:pos x="0" y="0"/>
              </a:cxn>
              <a:cxn ang="0">
                <a:pos x="2" y="470"/>
              </a:cxn>
              <a:cxn ang="0">
                <a:pos x="4078" y="474"/>
              </a:cxn>
              <a:cxn ang="0">
                <a:pos x="4178" y="527"/>
              </a:cxn>
              <a:cxn ang="0">
                <a:pos x="5446" y="531"/>
              </a:cxn>
              <a:cxn ang="0">
                <a:pos x="5446" y="0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tint val="66667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6" name="Rectangle 32"/>
          <p:cNvSpPr>
            <a:spLocks noChangeArrowheads="1"/>
          </p:cNvSpPr>
          <p:nvPr/>
        </p:nvSpPr>
        <p:spPr bwMode="gray">
          <a:xfrm flipV="1">
            <a:off x="95253" y="6723063"/>
            <a:ext cx="8977313" cy="555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9" name="Freeform 35"/>
          <p:cNvSpPr>
            <a:spLocks/>
          </p:cNvSpPr>
          <p:nvPr/>
        </p:nvSpPr>
        <p:spPr bwMode="gray">
          <a:xfrm>
            <a:off x="6896103" y="1047750"/>
            <a:ext cx="2155825" cy="52388"/>
          </a:xfrm>
          <a:custGeom>
            <a:avLst/>
            <a:gdLst/>
            <a:ahLst/>
            <a:cxnLst>
              <a:cxn ang="0">
                <a:pos x="0" y="2"/>
              </a:cxn>
              <a:cxn ang="0">
                <a:pos x="1358" y="0"/>
              </a:cxn>
              <a:cxn ang="0">
                <a:pos x="1356" y="32"/>
              </a:cxn>
              <a:cxn ang="0">
                <a:pos x="60" y="33"/>
              </a:cxn>
              <a:cxn ang="0">
                <a:pos x="0" y="2"/>
              </a:cxn>
            </a:cxnLst>
            <a:rect l="0" t="0" r="r" b="b"/>
            <a:pathLst>
              <a:path w="1358" h="33">
                <a:moveTo>
                  <a:pt x="0" y="2"/>
                </a:moveTo>
                <a:lnTo>
                  <a:pt x="1358" y="0"/>
                </a:lnTo>
                <a:lnTo>
                  <a:pt x="1356" y="32"/>
                </a:lnTo>
                <a:lnTo>
                  <a:pt x="60" y="33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238131"/>
            <a:ext cx="64770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05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38280"/>
            <a:ext cx="82296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048002" y="6311906"/>
            <a:ext cx="1712913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830763" y="6323013"/>
            <a:ext cx="23114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7116766" y="6323013"/>
            <a:ext cx="1616075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1914D8-7177-495F-AC13-8FEB98DD12A6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  <p:sp>
        <p:nvSpPr>
          <p:cNvPr id="1054" name="Rectangle 30" descr="7"/>
          <p:cNvSpPr>
            <a:spLocks noChangeArrowheads="1"/>
          </p:cNvSpPr>
          <p:nvPr/>
        </p:nvSpPr>
        <p:spPr bwMode="gray">
          <a:xfrm>
            <a:off x="8245476" y="415925"/>
            <a:ext cx="534988" cy="546100"/>
          </a:xfrm>
          <a:prstGeom prst="rect">
            <a:avLst/>
          </a:prstGeom>
          <a:blipFill dpi="0" rotWithShape="1">
            <a:blip r:embed="rId17" cstate="print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5" name="Rectangle 31" descr="4"/>
          <p:cNvSpPr>
            <a:spLocks noChangeArrowheads="1"/>
          </p:cNvSpPr>
          <p:nvPr/>
        </p:nvSpPr>
        <p:spPr bwMode="gray">
          <a:xfrm>
            <a:off x="7620000" y="415925"/>
            <a:ext cx="534988" cy="546100"/>
          </a:xfrm>
          <a:prstGeom prst="rect">
            <a:avLst/>
          </a:prstGeom>
          <a:blipFill dpi="0" rotWithShape="1">
            <a:blip r:embed="rId18" cstate="print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gray">
          <a:xfrm>
            <a:off x="7000875" y="415925"/>
            <a:ext cx="534988" cy="5461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465639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7">
            <a:extLst>
              <a:ext uri="{FF2B5EF4-FFF2-40B4-BE49-F238E27FC236}">
                <a16:creationId xmlns:a16="http://schemas.microsoft.com/office/drawing/2014/main" id="{68B35B81-3DD9-00AE-2595-46CF1156DFB1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6013450"/>
            <a:ext cx="2392363" cy="563563"/>
            <a:chOff x="1566" y="164"/>
            <a:chExt cx="1455" cy="425"/>
          </a:xfrm>
        </p:grpSpPr>
        <p:sp>
          <p:nvSpPr>
            <p:cNvPr id="1042" name="Freeform 8">
              <a:extLst>
                <a:ext uri="{FF2B5EF4-FFF2-40B4-BE49-F238E27FC236}">
                  <a16:creationId xmlns:a16="http://schemas.microsoft.com/office/drawing/2014/main" id="{6208C133-AB80-F4F0-3A2F-CFA17C89E190}"/>
                </a:ext>
              </a:extLst>
            </p:cNvPr>
            <p:cNvSpPr>
              <a:spLocks/>
            </p:cNvSpPr>
            <p:nvPr/>
          </p:nvSpPr>
          <p:spPr bwMode="gray">
            <a:xfrm>
              <a:off x="1892" y="468"/>
              <a:ext cx="39" cy="121"/>
            </a:xfrm>
            <a:custGeom>
              <a:avLst/>
              <a:gdLst>
                <a:gd name="T0" fmla="*/ 37 w 39"/>
                <a:gd name="T1" fmla="*/ 36 h 121"/>
                <a:gd name="T2" fmla="*/ 35 w 39"/>
                <a:gd name="T3" fmla="*/ 36 h 121"/>
                <a:gd name="T4" fmla="*/ 30 w 39"/>
                <a:gd name="T5" fmla="*/ 36 h 121"/>
                <a:gd name="T6" fmla="*/ 22 w 39"/>
                <a:gd name="T7" fmla="*/ 34 h 121"/>
                <a:gd name="T8" fmla="*/ 15 w 39"/>
                <a:gd name="T9" fmla="*/ 30 h 121"/>
                <a:gd name="T10" fmla="*/ 7 w 39"/>
                <a:gd name="T11" fmla="*/ 23 h 121"/>
                <a:gd name="T12" fmla="*/ 3 w 39"/>
                <a:gd name="T13" fmla="*/ 13 h 121"/>
                <a:gd name="T14" fmla="*/ 0 w 39"/>
                <a:gd name="T15" fmla="*/ 0 h 121"/>
                <a:gd name="T16" fmla="*/ 3 w 39"/>
                <a:gd name="T17" fmla="*/ 0 h 121"/>
                <a:gd name="T18" fmla="*/ 7 w 39"/>
                <a:gd name="T19" fmla="*/ 1 h 121"/>
                <a:gd name="T20" fmla="*/ 15 w 39"/>
                <a:gd name="T21" fmla="*/ 3 h 121"/>
                <a:gd name="T22" fmla="*/ 23 w 39"/>
                <a:gd name="T23" fmla="*/ 5 h 121"/>
                <a:gd name="T24" fmla="*/ 30 w 39"/>
                <a:gd name="T25" fmla="*/ 11 h 121"/>
                <a:gd name="T26" fmla="*/ 37 w 39"/>
                <a:gd name="T27" fmla="*/ 20 h 121"/>
                <a:gd name="T28" fmla="*/ 39 w 39"/>
                <a:gd name="T29" fmla="*/ 34 h 121"/>
                <a:gd name="T30" fmla="*/ 39 w 39"/>
                <a:gd name="T31" fmla="*/ 121 h 121"/>
                <a:gd name="T32" fmla="*/ 37 w 39"/>
                <a:gd name="T33" fmla="*/ 121 h 121"/>
                <a:gd name="T34" fmla="*/ 37 w 39"/>
                <a:gd name="T35" fmla="*/ 36 h 1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9">
              <a:extLst>
                <a:ext uri="{FF2B5EF4-FFF2-40B4-BE49-F238E27FC236}">
                  <a16:creationId xmlns:a16="http://schemas.microsoft.com/office/drawing/2014/main" id="{88A0B49B-19F7-6E56-F2F5-E14E02FE4AF5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1" y="450"/>
              <a:ext cx="45" cy="139"/>
            </a:xfrm>
            <a:custGeom>
              <a:avLst/>
              <a:gdLst>
                <a:gd name="T0" fmla="*/ 3 w 45"/>
                <a:gd name="T1" fmla="*/ 42 h 139"/>
                <a:gd name="T2" fmla="*/ 6 w 45"/>
                <a:gd name="T3" fmla="*/ 42 h 139"/>
                <a:gd name="T4" fmla="*/ 12 w 45"/>
                <a:gd name="T5" fmla="*/ 42 h 139"/>
                <a:gd name="T6" fmla="*/ 20 w 45"/>
                <a:gd name="T7" fmla="*/ 39 h 139"/>
                <a:gd name="T8" fmla="*/ 29 w 45"/>
                <a:gd name="T9" fmla="*/ 35 h 139"/>
                <a:gd name="T10" fmla="*/ 37 w 45"/>
                <a:gd name="T11" fmla="*/ 27 h 139"/>
                <a:gd name="T12" fmla="*/ 43 w 45"/>
                <a:gd name="T13" fmla="*/ 17 h 139"/>
                <a:gd name="T14" fmla="*/ 45 w 45"/>
                <a:gd name="T15" fmla="*/ 2 h 139"/>
                <a:gd name="T16" fmla="*/ 43 w 45"/>
                <a:gd name="T17" fmla="*/ 0 h 139"/>
                <a:gd name="T18" fmla="*/ 37 w 45"/>
                <a:gd name="T19" fmla="*/ 2 h 139"/>
                <a:gd name="T20" fmla="*/ 29 w 45"/>
                <a:gd name="T21" fmla="*/ 3 h 139"/>
                <a:gd name="T22" fmla="*/ 19 w 45"/>
                <a:gd name="T23" fmla="*/ 7 h 139"/>
                <a:gd name="T24" fmla="*/ 11 w 45"/>
                <a:gd name="T25" fmla="*/ 14 h 139"/>
                <a:gd name="T26" fmla="*/ 4 w 45"/>
                <a:gd name="T27" fmla="*/ 23 h 139"/>
                <a:gd name="T28" fmla="*/ 0 w 45"/>
                <a:gd name="T29" fmla="*/ 39 h 139"/>
                <a:gd name="T30" fmla="*/ 0 w 45"/>
                <a:gd name="T31" fmla="*/ 139 h 139"/>
                <a:gd name="T32" fmla="*/ 3 w 45"/>
                <a:gd name="T33" fmla="*/ 139 h 139"/>
                <a:gd name="T34" fmla="*/ 3 w 45"/>
                <a:gd name="T35" fmla="*/ 42 h 1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Freeform 10">
              <a:extLst>
                <a:ext uri="{FF2B5EF4-FFF2-40B4-BE49-F238E27FC236}">
                  <a16:creationId xmlns:a16="http://schemas.microsoft.com/office/drawing/2014/main" id="{04EAB303-A103-C38F-BEE4-5BD6981DEDA2}"/>
                </a:ext>
              </a:extLst>
            </p:cNvPr>
            <p:cNvSpPr>
              <a:spLocks/>
            </p:cNvSpPr>
            <p:nvPr/>
          </p:nvSpPr>
          <p:spPr bwMode="gray">
            <a:xfrm>
              <a:off x="1765" y="378"/>
              <a:ext cx="146" cy="211"/>
            </a:xfrm>
            <a:custGeom>
              <a:avLst/>
              <a:gdLst>
                <a:gd name="T0" fmla="*/ 68 w 146"/>
                <a:gd name="T1" fmla="*/ 67 h 211"/>
                <a:gd name="T2" fmla="*/ 67 w 146"/>
                <a:gd name="T3" fmla="*/ 67 h 211"/>
                <a:gd name="T4" fmla="*/ 60 w 146"/>
                <a:gd name="T5" fmla="*/ 66 h 211"/>
                <a:gd name="T6" fmla="*/ 50 w 146"/>
                <a:gd name="T7" fmla="*/ 64 h 211"/>
                <a:gd name="T8" fmla="*/ 41 w 146"/>
                <a:gd name="T9" fmla="*/ 62 h 211"/>
                <a:gd name="T10" fmla="*/ 29 w 146"/>
                <a:gd name="T11" fmla="*/ 55 h 211"/>
                <a:gd name="T12" fmla="*/ 18 w 146"/>
                <a:gd name="T13" fmla="*/ 47 h 211"/>
                <a:gd name="T14" fmla="*/ 10 w 146"/>
                <a:gd name="T15" fmla="*/ 35 h 211"/>
                <a:gd name="T16" fmla="*/ 3 w 146"/>
                <a:gd name="T17" fmla="*/ 20 h 211"/>
                <a:gd name="T18" fmla="*/ 0 w 146"/>
                <a:gd name="T19" fmla="*/ 0 h 211"/>
                <a:gd name="T20" fmla="*/ 3 w 146"/>
                <a:gd name="T21" fmla="*/ 0 h 211"/>
                <a:gd name="T22" fmla="*/ 10 w 146"/>
                <a:gd name="T23" fmla="*/ 0 h 211"/>
                <a:gd name="T24" fmla="*/ 19 w 146"/>
                <a:gd name="T25" fmla="*/ 0 h 211"/>
                <a:gd name="T26" fmla="*/ 30 w 146"/>
                <a:gd name="T27" fmla="*/ 2 h 211"/>
                <a:gd name="T28" fmla="*/ 41 w 146"/>
                <a:gd name="T29" fmla="*/ 6 h 211"/>
                <a:gd name="T30" fmla="*/ 53 w 146"/>
                <a:gd name="T31" fmla="*/ 14 h 211"/>
                <a:gd name="T32" fmla="*/ 62 w 146"/>
                <a:gd name="T33" fmla="*/ 25 h 211"/>
                <a:gd name="T34" fmla="*/ 69 w 146"/>
                <a:gd name="T35" fmla="*/ 41 h 211"/>
                <a:gd name="T36" fmla="*/ 73 w 146"/>
                <a:gd name="T37" fmla="*/ 62 h 211"/>
                <a:gd name="T38" fmla="*/ 73 w 146"/>
                <a:gd name="T39" fmla="*/ 60 h 211"/>
                <a:gd name="T40" fmla="*/ 73 w 146"/>
                <a:gd name="T41" fmla="*/ 55 h 211"/>
                <a:gd name="T42" fmla="*/ 75 w 146"/>
                <a:gd name="T43" fmla="*/ 45 h 211"/>
                <a:gd name="T44" fmla="*/ 79 w 146"/>
                <a:gd name="T45" fmla="*/ 36 h 211"/>
                <a:gd name="T46" fmla="*/ 84 w 146"/>
                <a:gd name="T47" fmla="*/ 25 h 211"/>
                <a:gd name="T48" fmla="*/ 92 w 146"/>
                <a:gd name="T49" fmla="*/ 16 h 211"/>
                <a:gd name="T50" fmla="*/ 106 w 146"/>
                <a:gd name="T51" fmla="*/ 8 h 211"/>
                <a:gd name="T52" fmla="*/ 123 w 146"/>
                <a:gd name="T53" fmla="*/ 2 h 211"/>
                <a:gd name="T54" fmla="*/ 146 w 146"/>
                <a:gd name="T55" fmla="*/ 0 h 211"/>
                <a:gd name="T56" fmla="*/ 145 w 146"/>
                <a:gd name="T57" fmla="*/ 2 h 211"/>
                <a:gd name="T58" fmla="*/ 145 w 146"/>
                <a:gd name="T59" fmla="*/ 8 h 211"/>
                <a:gd name="T60" fmla="*/ 143 w 146"/>
                <a:gd name="T61" fmla="*/ 17 h 211"/>
                <a:gd name="T62" fmla="*/ 139 w 146"/>
                <a:gd name="T63" fmla="*/ 28 h 211"/>
                <a:gd name="T64" fmla="*/ 134 w 146"/>
                <a:gd name="T65" fmla="*/ 39 h 211"/>
                <a:gd name="T66" fmla="*/ 126 w 146"/>
                <a:gd name="T67" fmla="*/ 49 h 211"/>
                <a:gd name="T68" fmla="*/ 114 w 146"/>
                <a:gd name="T69" fmla="*/ 59 h 211"/>
                <a:gd name="T70" fmla="*/ 98 w 146"/>
                <a:gd name="T71" fmla="*/ 64 h 211"/>
                <a:gd name="T72" fmla="*/ 79 w 146"/>
                <a:gd name="T73" fmla="*/ 67 h 211"/>
                <a:gd name="T74" fmla="*/ 79 w 146"/>
                <a:gd name="T75" fmla="*/ 211 h 211"/>
                <a:gd name="T76" fmla="*/ 68 w 146"/>
                <a:gd name="T77" fmla="*/ 211 h 211"/>
                <a:gd name="T78" fmla="*/ 68 w 146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11">
              <a:extLst>
                <a:ext uri="{FF2B5EF4-FFF2-40B4-BE49-F238E27FC236}">
                  <a16:creationId xmlns:a16="http://schemas.microsoft.com/office/drawing/2014/main" id="{7A3B230D-3385-E3EC-6D0A-902FC8C0DB6F}"/>
                </a:ext>
              </a:extLst>
            </p:cNvPr>
            <p:cNvSpPr>
              <a:spLocks/>
            </p:cNvSpPr>
            <p:nvPr/>
          </p:nvSpPr>
          <p:spPr bwMode="gray">
            <a:xfrm>
              <a:off x="2792" y="378"/>
              <a:ext cx="144" cy="211"/>
            </a:xfrm>
            <a:custGeom>
              <a:avLst/>
              <a:gdLst>
                <a:gd name="T0" fmla="*/ 67 w 144"/>
                <a:gd name="T1" fmla="*/ 67 h 211"/>
                <a:gd name="T2" fmla="*/ 66 w 144"/>
                <a:gd name="T3" fmla="*/ 67 h 211"/>
                <a:gd name="T4" fmla="*/ 59 w 144"/>
                <a:gd name="T5" fmla="*/ 66 h 211"/>
                <a:gd name="T6" fmla="*/ 50 w 144"/>
                <a:gd name="T7" fmla="*/ 64 h 211"/>
                <a:gd name="T8" fmla="*/ 39 w 144"/>
                <a:gd name="T9" fmla="*/ 62 h 211"/>
                <a:gd name="T10" fmla="*/ 28 w 144"/>
                <a:gd name="T11" fmla="*/ 55 h 211"/>
                <a:gd name="T12" fmla="*/ 17 w 144"/>
                <a:gd name="T13" fmla="*/ 47 h 211"/>
                <a:gd name="T14" fmla="*/ 9 w 144"/>
                <a:gd name="T15" fmla="*/ 35 h 211"/>
                <a:gd name="T16" fmla="*/ 2 w 144"/>
                <a:gd name="T17" fmla="*/ 20 h 211"/>
                <a:gd name="T18" fmla="*/ 0 w 144"/>
                <a:gd name="T19" fmla="*/ 0 h 211"/>
                <a:gd name="T20" fmla="*/ 2 w 144"/>
                <a:gd name="T21" fmla="*/ 0 h 211"/>
                <a:gd name="T22" fmla="*/ 9 w 144"/>
                <a:gd name="T23" fmla="*/ 0 h 211"/>
                <a:gd name="T24" fmla="*/ 17 w 144"/>
                <a:gd name="T25" fmla="*/ 0 h 211"/>
                <a:gd name="T26" fmla="*/ 28 w 144"/>
                <a:gd name="T27" fmla="*/ 2 h 211"/>
                <a:gd name="T28" fmla="*/ 40 w 144"/>
                <a:gd name="T29" fmla="*/ 6 h 211"/>
                <a:gd name="T30" fmla="*/ 51 w 144"/>
                <a:gd name="T31" fmla="*/ 14 h 211"/>
                <a:gd name="T32" fmla="*/ 62 w 144"/>
                <a:gd name="T33" fmla="*/ 25 h 211"/>
                <a:gd name="T34" fmla="*/ 69 w 144"/>
                <a:gd name="T35" fmla="*/ 41 h 211"/>
                <a:gd name="T36" fmla="*/ 73 w 144"/>
                <a:gd name="T37" fmla="*/ 62 h 211"/>
                <a:gd name="T38" fmla="*/ 73 w 144"/>
                <a:gd name="T39" fmla="*/ 60 h 211"/>
                <a:gd name="T40" fmla="*/ 73 w 144"/>
                <a:gd name="T41" fmla="*/ 55 h 211"/>
                <a:gd name="T42" fmla="*/ 74 w 144"/>
                <a:gd name="T43" fmla="*/ 45 h 211"/>
                <a:gd name="T44" fmla="*/ 77 w 144"/>
                <a:gd name="T45" fmla="*/ 36 h 211"/>
                <a:gd name="T46" fmla="*/ 82 w 144"/>
                <a:gd name="T47" fmla="*/ 25 h 211"/>
                <a:gd name="T48" fmla="*/ 91 w 144"/>
                <a:gd name="T49" fmla="*/ 16 h 211"/>
                <a:gd name="T50" fmla="*/ 105 w 144"/>
                <a:gd name="T51" fmla="*/ 8 h 211"/>
                <a:gd name="T52" fmla="*/ 121 w 144"/>
                <a:gd name="T53" fmla="*/ 2 h 211"/>
                <a:gd name="T54" fmla="*/ 144 w 144"/>
                <a:gd name="T55" fmla="*/ 0 h 211"/>
                <a:gd name="T56" fmla="*/ 144 w 144"/>
                <a:gd name="T57" fmla="*/ 2 h 211"/>
                <a:gd name="T58" fmla="*/ 144 w 144"/>
                <a:gd name="T59" fmla="*/ 8 h 211"/>
                <a:gd name="T60" fmla="*/ 141 w 144"/>
                <a:gd name="T61" fmla="*/ 17 h 211"/>
                <a:gd name="T62" fmla="*/ 139 w 144"/>
                <a:gd name="T63" fmla="*/ 28 h 211"/>
                <a:gd name="T64" fmla="*/ 133 w 144"/>
                <a:gd name="T65" fmla="*/ 39 h 211"/>
                <a:gd name="T66" fmla="*/ 125 w 144"/>
                <a:gd name="T67" fmla="*/ 49 h 211"/>
                <a:gd name="T68" fmla="*/ 113 w 144"/>
                <a:gd name="T69" fmla="*/ 59 h 211"/>
                <a:gd name="T70" fmla="*/ 97 w 144"/>
                <a:gd name="T71" fmla="*/ 64 h 211"/>
                <a:gd name="T72" fmla="*/ 77 w 144"/>
                <a:gd name="T73" fmla="*/ 67 h 211"/>
                <a:gd name="T74" fmla="*/ 77 w 144"/>
                <a:gd name="T75" fmla="*/ 211 h 211"/>
                <a:gd name="T76" fmla="*/ 67 w 144"/>
                <a:gd name="T77" fmla="*/ 211 h 211"/>
                <a:gd name="T78" fmla="*/ 67 w 144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12">
              <a:extLst>
                <a:ext uri="{FF2B5EF4-FFF2-40B4-BE49-F238E27FC236}">
                  <a16:creationId xmlns:a16="http://schemas.microsoft.com/office/drawing/2014/main" id="{7B9C9743-57C7-BF7C-9FAC-9CDA966E7F0A}"/>
                </a:ext>
              </a:extLst>
            </p:cNvPr>
            <p:cNvSpPr>
              <a:spLocks/>
            </p:cNvSpPr>
            <p:nvPr/>
          </p:nvSpPr>
          <p:spPr bwMode="gray">
            <a:xfrm>
              <a:off x="2631" y="457"/>
              <a:ext cx="89" cy="132"/>
            </a:xfrm>
            <a:custGeom>
              <a:avLst/>
              <a:gdLst>
                <a:gd name="T0" fmla="*/ 42 w 89"/>
                <a:gd name="T1" fmla="*/ 43 h 132"/>
                <a:gd name="T2" fmla="*/ 39 w 89"/>
                <a:gd name="T3" fmla="*/ 42 h 132"/>
                <a:gd name="T4" fmla="*/ 33 w 89"/>
                <a:gd name="T5" fmla="*/ 42 h 132"/>
                <a:gd name="T6" fmla="*/ 25 w 89"/>
                <a:gd name="T7" fmla="*/ 39 h 132"/>
                <a:gd name="T8" fmla="*/ 16 w 89"/>
                <a:gd name="T9" fmla="*/ 35 h 132"/>
                <a:gd name="T10" fmla="*/ 8 w 89"/>
                <a:gd name="T11" fmla="*/ 27 h 132"/>
                <a:gd name="T12" fmla="*/ 2 w 89"/>
                <a:gd name="T13" fmla="*/ 16 h 132"/>
                <a:gd name="T14" fmla="*/ 0 w 89"/>
                <a:gd name="T15" fmla="*/ 0 h 132"/>
                <a:gd name="T16" fmla="*/ 2 w 89"/>
                <a:gd name="T17" fmla="*/ 0 h 132"/>
                <a:gd name="T18" fmla="*/ 6 w 89"/>
                <a:gd name="T19" fmla="*/ 0 h 132"/>
                <a:gd name="T20" fmla="*/ 12 w 89"/>
                <a:gd name="T21" fmla="*/ 1 h 132"/>
                <a:gd name="T22" fmla="*/ 21 w 89"/>
                <a:gd name="T23" fmla="*/ 3 h 132"/>
                <a:gd name="T24" fmla="*/ 29 w 89"/>
                <a:gd name="T25" fmla="*/ 8 h 132"/>
                <a:gd name="T26" fmla="*/ 37 w 89"/>
                <a:gd name="T27" fmla="*/ 15 h 132"/>
                <a:gd name="T28" fmla="*/ 42 w 89"/>
                <a:gd name="T29" fmla="*/ 26 h 132"/>
                <a:gd name="T30" fmla="*/ 45 w 89"/>
                <a:gd name="T31" fmla="*/ 39 h 132"/>
                <a:gd name="T32" fmla="*/ 45 w 89"/>
                <a:gd name="T33" fmla="*/ 38 h 132"/>
                <a:gd name="T34" fmla="*/ 45 w 89"/>
                <a:gd name="T35" fmla="*/ 34 h 132"/>
                <a:gd name="T36" fmla="*/ 46 w 89"/>
                <a:gd name="T37" fmla="*/ 27 h 132"/>
                <a:gd name="T38" fmla="*/ 49 w 89"/>
                <a:gd name="T39" fmla="*/ 20 h 132"/>
                <a:gd name="T40" fmla="*/ 54 w 89"/>
                <a:gd name="T41" fmla="*/ 14 h 132"/>
                <a:gd name="T42" fmla="*/ 62 w 89"/>
                <a:gd name="T43" fmla="*/ 7 h 132"/>
                <a:gd name="T44" fmla="*/ 73 w 89"/>
                <a:gd name="T45" fmla="*/ 3 h 132"/>
                <a:gd name="T46" fmla="*/ 89 w 89"/>
                <a:gd name="T47" fmla="*/ 0 h 132"/>
                <a:gd name="T48" fmla="*/ 89 w 89"/>
                <a:gd name="T49" fmla="*/ 3 h 132"/>
                <a:gd name="T50" fmla="*/ 88 w 89"/>
                <a:gd name="T51" fmla="*/ 10 h 132"/>
                <a:gd name="T52" fmla="*/ 87 w 89"/>
                <a:gd name="T53" fmla="*/ 18 h 132"/>
                <a:gd name="T54" fmla="*/ 81 w 89"/>
                <a:gd name="T55" fmla="*/ 26 h 132"/>
                <a:gd name="T56" fmla="*/ 74 w 89"/>
                <a:gd name="T57" fmla="*/ 34 h 132"/>
                <a:gd name="T58" fmla="*/ 64 w 89"/>
                <a:gd name="T59" fmla="*/ 41 h 132"/>
                <a:gd name="T60" fmla="*/ 47 w 89"/>
                <a:gd name="T61" fmla="*/ 43 h 132"/>
                <a:gd name="T62" fmla="*/ 47 w 89"/>
                <a:gd name="T63" fmla="*/ 132 h 132"/>
                <a:gd name="T64" fmla="*/ 42 w 89"/>
                <a:gd name="T65" fmla="*/ 132 h 132"/>
                <a:gd name="T66" fmla="*/ 42 w 89"/>
                <a:gd name="T67" fmla="*/ 43 h 13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13">
              <a:extLst>
                <a:ext uri="{FF2B5EF4-FFF2-40B4-BE49-F238E27FC236}">
                  <a16:creationId xmlns:a16="http://schemas.microsoft.com/office/drawing/2014/main" id="{16B4CEB7-2521-0C2D-536A-A5D79876BAE8}"/>
                </a:ext>
              </a:extLst>
            </p:cNvPr>
            <p:cNvSpPr>
              <a:spLocks/>
            </p:cNvSpPr>
            <p:nvPr/>
          </p:nvSpPr>
          <p:spPr bwMode="gray">
            <a:xfrm>
              <a:off x="2430" y="403"/>
              <a:ext cx="88" cy="186"/>
            </a:xfrm>
            <a:custGeom>
              <a:avLst/>
              <a:gdLst>
                <a:gd name="T0" fmla="*/ 43 w 88"/>
                <a:gd name="T1" fmla="*/ 43 h 186"/>
                <a:gd name="T2" fmla="*/ 41 w 88"/>
                <a:gd name="T3" fmla="*/ 43 h 186"/>
                <a:gd name="T4" fmla="*/ 35 w 88"/>
                <a:gd name="T5" fmla="*/ 43 h 186"/>
                <a:gd name="T6" fmla="*/ 27 w 88"/>
                <a:gd name="T7" fmla="*/ 41 h 186"/>
                <a:gd name="T8" fmla="*/ 18 w 88"/>
                <a:gd name="T9" fmla="*/ 35 h 186"/>
                <a:gd name="T10" fmla="*/ 8 w 88"/>
                <a:gd name="T11" fmla="*/ 28 h 186"/>
                <a:gd name="T12" fmla="*/ 3 w 88"/>
                <a:gd name="T13" fmla="*/ 16 h 186"/>
                <a:gd name="T14" fmla="*/ 0 w 88"/>
                <a:gd name="T15" fmla="*/ 0 h 186"/>
                <a:gd name="T16" fmla="*/ 3 w 88"/>
                <a:gd name="T17" fmla="*/ 0 h 186"/>
                <a:gd name="T18" fmla="*/ 8 w 88"/>
                <a:gd name="T19" fmla="*/ 0 h 186"/>
                <a:gd name="T20" fmla="*/ 17 w 88"/>
                <a:gd name="T21" fmla="*/ 1 h 186"/>
                <a:gd name="T22" fmla="*/ 26 w 88"/>
                <a:gd name="T23" fmla="*/ 6 h 186"/>
                <a:gd name="T24" fmla="*/ 35 w 88"/>
                <a:gd name="T25" fmla="*/ 12 h 186"/>
                <a:gd name="T26" fmla="*/ 42 w 88"/>
                <a:gd name="T27" fmla="*/ 24 h 186"/>
                <a:gd name="T28" fmla="*/ 48 w 88"/>
                <a:gd name="T29" fmla="*/ 41 h 186"/>
                <a:gd name="T30" fmla="*/ 48 w 88"/>
                <a:gd name="T31" fmla="*/ 90 h 186"/>
                <a:gd name="T32" fmla="*/ 48 w 88"/>
                <a:gd name="T33" fmla="*/ 88 h 186"/>
                <a:gd name="T34" fmla="*/ 48 w 88"/>
                <a:gd name="T35" fmla="*/ 82 h 186"/>
                <a:gd name="T36" fmla="*/ 50 w 88"/>
                <a:gd name="T37" fmla="*/ 74 h 186"/>
                <a:gd name="T38" fmla="*/ 54 w 88"/>
                <a:gd name="T39" fmla="*/ 66 h 186"/>
                <a:gd name="T40" fmla="*/ 61 w 88"/>
                <a:gd name="T41" fmla="*/ 58 h 186"/>
                <a:gd name="T42" fmla="*/ 72 w 88"/>
                <a:gd name="T43" fmla="*/ 53 h 186"/>
                <a:gd name="T44" fmla="*/ 87 w 88"/>
                <a:gd name="T45" fmla="*/ 50 h 186"/>
                <a:gd name="T46" fmla="*/ 88 w 88"/>
                <a:gd name="T47" fmla="*/ 51 h 186"/>
                <a:gd name="T48" fmla="*/ 88 w 88"/>
                <a:gd name="T49" fmla="*/ 57 h 186"/>
                <a:gd name="T50" fmla="*/ 87 w 88"/>
                <a:gd name="T51" fmla="*/ 64 h 186"/>
                <a:gd name="T52" fmla="*/ 84 w 88"/>
                <a:gd name="T53" fmla="*/ 72 h 186"/>
                <a:gd name="T54" fmla="*/ 80 w 88"/>
                <a:gd name="T55" fmla="*/ 80 h 186"/>
                <a:gd name="T56" fmla="*/ 73 w 88"/>
                <a:gd name="T57" fmla="*/ 86 h 186"/>
                <a:gd name="T58" fmla="*/ 62 w 88"/>
                <a:gd name="T59" fmla="*/ 92 h 186"/>
                <a:gd name="T60" fmla="*/ 48 w 88"/>
                <a:gd name="T61" fmla="*/ 93 h 186"/>
                <a:gd name="T62" fmla="*/ 48 w 88"/>
                <a:gd name="T63" fmla="*/ 186 h 186"/>
                <a:gd name="T64" fmla="*/ 43 w 88"/>
                <a:gd name="T65" fmla="*/ 186 h 186"/>
                <a:gd name="T66" fmla="*/ 43 w 88"/>
                <a:gd name="T67" fmla="*/ 143 h 186"/>
                <a:gd name="T68" fmla="*/ 42 w 88"/>
                <a:gd name="T69" fmla="*/ 143 h 186"/>
                <a:gd name="T70" fmla="*/ 37 w 88"/>
                <a:gd name="T71" fmla="*/ 142 h 186"/>
                <a:gd name="T72" fmla="*/ 29 w 88"/>
                <a:gd name="T73" fmla="*/ 140 h 186"/>
                <a:gd name="T74" fmla="*/ 22 w 88"/>
                <a:gd name="T75" fmla="*/ 136 h 186"/>
                <a:gd name="T76" fmla="*/ 14 w 88"/>
                <a:gd name="T77" fmla="*/ 130 h 186"/>
                <a:gd name="T78" fmla="*/ 8 w 88"/>
                <a:gd name="T79" fmla="*/ 120 h 186"/>
                <a:gd name="T80" fmla="*/ 7 w 88"/>
                <a:gd name="T81" fmla="*/ 105 h 186"/>
                <a:gd name="T82" fmla="*/ 8 w 88"/>
                <a:gd name="T83" fmla="*/ 105 h 186"/>
                <a:gd name="T84" fmla="*/ 12 w 88"/>
                <a:gd name="T85" fmla="*/ 107 h 186"/>
                <a:gd name="T86" fmla="*/ 19 w 88"/>
                <a:gd name="T87" fmla="*/ 108 h 186"/>
                <a:gd name="T88" fmla="*/ 26 w 88"/>
                <a:gd name="T89" fmla="*/ 111 h 186"/>
                <a:gd name="T90" fmla="*/ 34 w 88"/>
                <a:gd name="T91" fmla="*/ 117 h 186"/>
                <a:gd name="T92" fmla="*/ 39 w 88"/>
                <a:gd name="T93" fmla="*/ 127 h 186"/>
                <a:gd name="T94" fmla="*/ 43 w 88"/>
                <a:gd name="T95" fmla="*/ 140 h 186"/>
                <a:gd name="T96" fmla="*/ 43 w 88"/>
                <a:gd name="T97" fmla="*/ 43 h 18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Freeform 14">
              <a:extLst>
                <a:ext uri="{FF2B5EF4-FFF2-40B4-BE49-F238E27FC236}">
                  <a16:creationId xmlns:a16="http://schemas.microsoft.com/office/drawing/2014/main" id="{C4357F4D-414A-A993-69F0-D9E4BACE3CA2}"/>
                </a:ext>
              </a:extLst>
            </p:cNvPr>
            <p:cNvSpPr>
              <a:spLocks/>
            </p:cNvSpPr>
            <p:nvPr/>
          </p:nvSpPr>
          <p:spPr bwMode="gray">
            <a:xfrm>
              <a:off x="1914" y="233"/>
              <a:ext cx="166" cy="356"/>
            </a:xfrm>
            <a:custGeom>
              <a:avLst/>
              <a:gdLst>
                <a:gd name="T0" fmla="*/ 85 w 166"/>
                <a:gd name="T1" fmla="*/ 84 h 356"/>
                <a:gd name="T2" fmla="*/ 101 w 166"/>
                <a:gd name="T3" fmla="*/ 81 h 356"/>
                <a:gd name="T4" fmla="*/ 124 w 166"/>
                <a:gd name="T5" fmla="*/ 73 h 356"/>
                <a:gd name="T6" fmla="*/ 148 w 166"/>
                <a:gd name="T7" fmla="*/ 56 h 356"/>
                <a:gd name="T8" fmla="*/ 163 w 166"/>
                <a:gd name="T9" fmla="*/ 23 h 356"/>
                <a:gd name="T10" fmla="*/ 163 w 166"/>
                <a:gd name="T11" fmla="*/ 0 h 356"/>
                <a:gd name="T12" fmla="*/ 148 w 166"/>
                <a:gd name="T13" fmla="*/ 0 h 356"/>
                <a:gd name="T14" fmla="*/ 125 w 166"/>
                <a:gd name="T15" fmla="*/ 6 h 356"/>
                <a:gd name="T16" fmla="*/ 101 w 166"/>
                <a:gd name="T17" fmla="*/ 22 h 356"/>
                <a:gd name="T18" fmla="*/ 82 w 166"/>
                <a:gd name="T19" fmla="*/ 54 h 356"/>
                <a:gd name="T20" fmla="*/ 77 w 166"/>
                <a:gd name="T21" fmla="*/ 173 h 356"/>
                <a:gd name="T22" fmla="*/ 77 w 166"/>
                <a:gd name="T23" fmla="*/ 165 h 356"/>
                <a:gd name="T24" fmla="*/ 71 w 166"/>
                <a:gd name="T25" fmla="*/ 146 h 356"/>
                <a:gd name="T26" fmla="*/ 60 w 166"/>
                <a:gd name="T27" fmla="*/ 123 h 356"/>
                <a:gd name="T28" fmla="*/ 38 w 166"/>
                <a:gd name="T29" fmla="*/ 104 h 356"/>
                <a:gd name="T30" fmla="*/ 0 w 166"/>
                <a:gd name="T31" fmla="*/ 96 h 356"/>
                <a:gd name="T32" fmla="*/ 0 w 166"/>
                <a:gd name="T33" fmla="*/ 103 h 356"/>
                <a:gd name="T34" fmla="*/ 0 w 166"/>
                <a:gd name="T35" fmla="*/ 120 h 356"/>
                <a:gd name="T36" fmla="*/ 8 w 166"/>
                <a:gd name="T37" fmla="*/ 143 h 356"/>
                <a:gd name="T38" fmla="*/ 24 w 166"/>
                <a:gd name="T39" fmla="*/ 163 h 356"/>
                <a:gd name="T40" fmla="*/ 55 w 166"/>
                <a:gd name="T41" fmla="*/ 177 h 356"/>
                <a:gd name="T42" fmla="*/ 77 w 166"/>
                <a:gd name="T43" fmla="*/ 356 h 356"/>
                <a:gd name="T44" fmla="*/ 82 w 166"/>
                <a:gd name="T45" fmla="*/ 274 h 356"/>
                <a:gd name="T46" fmla="*/ 91 w 166"/>
                <a:gd name="T47" fmla="*/ 273 h 356"/>
                <a:gd name="T48" fmla="*/ 112 w 166"/>
                <a:gd name="T49" fmla="*/ 267 h 356"/>
                <a:gd name="T50" fmla="*/ 135 w 166"/>
                <a:gd name="T51" fmla="*/ 252 h 356"/>
                <a:gd name="T52" fmla="*/ 151 w 166"/>
                <a:gd name="T53" fmla="*/ 224 h 356"/>
                <a:gd name="T54" fmla="*/ 152 w 166"/>
                <a:gd name="T55" fmla="*/ 203 h 356"/>
                <a:gd name="T56" fmla="*/ 137 w 166"/>
                <a:gd name="T57" fmla="*/ 204 h 356"/>
                <a:gd name="T58" fmla="*/ 117 w 166"/>
                <a:gd name="T59" fmla="*/ 211 h 356"/>
                <a:gd name="T60" fmla="*/ 97 w 166"/>
                <a:gd name="T61" fmla="*/ 231 h 356"/>
                <a:gd name="T62" fmla="*/ 82 w 166"/>
                <a:gd name="T63" fmla="*/ 267 h 3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Freeform 15">
              <a:extLst>
                <a:ext uri="{FF2B5EF4-FFF2-40B4-BE49-F238E27FC236}">
                  <a16:creationId xmlns:a16="http://schemas.microsoft.com/office/drawing/2014/main" id="{6ACF064A-0C58-BD8B-DA74-D78FBDA6FF06}"/>
                </a:ext>
              </a:extLst>
            </p:cNvPr>
            <p:cNvSpPr>
              <a:spLocks/>
            </p:cNvSpPr>
            <p:nvPr/>
          </p:nvSpPr>
          <p:spPr bwMode="gray">
            <a:xfrm>
              <a:off x="2514" y="379"/>
              <a:ext cx="92" cy="210"/>
            </a:xfrm>
            <a:custGeom>
              <a:avLst/>
              <a:gdLst>
                <a:gd name="T0" fmla="*/ 43 w 92"/>
                <a:gd name="T1" fmla="*/ 162 h 210"/>
                <a:gd name="T2" fmla="*/ 36 w 92"/>
                <a:gd name="T3" fmla="*/ 160 h 210"/>
                <a:gd name="T4" fmla="*/ 23 w 92"/>
                <a:gd name="T5" fmla="*/ 155 h 210"/>
                <a:gd name="T6" fmla="*/ 12 w 92"/>
                <a:gd name="T7" fmla="*/ 141 h 210"/>
                <a:gd name="T8" fmla="*/ 12 w 92"/>
                <a:gd name="T9" fmla="*/ 129 h 210"/>
                <a:gd name="T10" fmla="*/ 23 w 92"/>
                <a:gd name="T11" fmla="*/ 132 h 210"/>
                <a:gd name="T12" fmla="*/ 38 w 92"/>
                <a:gd name="T13" fmla="*/ 145 h 210"/>
                <a:gd name="T14" fmla="*/ 43 w 92"/>
                <a:gd name="T15" fmla="*/ 108 h 210"/>
                <a:gd name="T16" fmla="*/ 35 w 92"/>
                <a:gd name="T17" fmla="*/ 106 h 210"/>
                <a:gd name="T18" fmla="*/ 20 w 92"/>
                <a:gd name="T19" fmla="*/ 101 h 210"/>
                <a:gd name="T20" fmla="*/ 7 w 92"/>
                <a:gd name="T21" fmla="*/ 83 h 210"/>
                <a:gd name="T22" fmla="*/ 7 w 92"/>
                <a:gd name="T23" fmla="*/ 70 h 210"/>
                <a:gd name="T24" fmla="*/ 17 w 92"/>
                <a:gd name="T25" fmla="*/ 71 h 210"/>
                <a:gd name="T26" fmla="*/ 31 w 92"/>
                <a:gd name="T27" fmla="*/ 81 h 210"/>
                <a:gd name="T28" fmla="*/ 43 w 92"/>
                <a:gd name="T29" fmla="*/ 105 h 210"/>
                <a:gd name="T30" fmla="*/ 40 w 92"/>
                <a:gd name="T31" fmla="*/ 43 h 210"/>
                <a:gd name="T32" fmla="*/ 26 w 92"/>
                <a:gd name="T33" fmla="*/ 39 h 210"/>
                <a:gd name="T34" fmla="*/ 8 w 92"/>
                <a:gd name="T35" fmla="*/ 27 h 210"/>
                <a:gd name="T36" fmla="*/ 0 w 92"/>
                <a:gd name="T37" fmla="*/ 0 h 210"/>
                <a:gd name="T38" fmla="*/ 7 w 92"/>
                <a:gd name="T39" fmla="*/ 0 h 210"/>
                <a:gd name="T40" fmla="*/ 23 w 92"/>
                <a:gd name="T41" fmla="*/ 5 h 210"/>
                <a:gd name="T42" fmla="*/ 39 w 92"/>
                <a:gd name="T43" fmla="*/ 23 h 210"/>
                <a:gd name="T44" fmla="*/ 46 w 92"/>
                <a:gd name="T45" fmla="*/ 38 h 210"/>
                <a:gd name="T46" fmla="*/ 51 w 92"/>
                <a:gd name="T47" fmla="*/ 24 h 210"/>
                <a:gd name="T48" fmla="*/ 66 w 92"/>
                <a:gd name="T49" fmla="*/ 8 h 210"/>
                <a:gd name="T50" fmla="*/ 92 w 92"/>
                <a:gd name="T51" fmla="*/ 0 h 210"/>
                <a:gd name="T52" fmla="*/ 90 w 92"/>
                <a:gd name="T53" fmla="*/ 8 h 210"/>
                <a:gd name="T54" fmla="*/ 82 w 92"/>
                <a:gd name="T55" fmla="*/ 25 h 210"/>
                <a:gd name="T56" fmla="*/ 63 w 92"/>
                <a:gd name="T57" fmla="*/ 40 h 210"/>
                <a:gd name="T58" fmla="*/ 49 w 92"/>
                <a:gd name="T59" fmla="*/ 124 h 210"/>
                <a:gd name="T60" fmla="*/ 50 w 92"/>
                <a:gd name="T61" fmla="*/ 116 h 210"/>
                <a:gd name="T62" fmla="*/ 59 w 92"/>
                <a:gd name="T63" fmla="*/ 100 h 210"/>
                <a:gd name="T64" fmla="*/ 81 w 92"/>
                <a:gd name="T65" fmla="*/ 92 h 210"/>
                <a:gd name="T66" fmla="*/ 80 w 92"/>
                <a:gd name="T67" fmla="*/ 98 h 210"/>
                <a:gd name="T68" fmla="*/ 73 w 92"/>
                <a:gd name="T69" fmla="*/ 114 h 210"/>
                <a:gd name="T70" fmla="*/ 59 w 92"/>
                <a:gd name="T71" fmla="*/ 127 h 210"/>
                <a:gd name="T72" fmla="*/ 49 w 92"/>
                <a:gd name="T73" fmla="*/ 210 h 2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16">
              <a:extLst>
                <a:ext uri="{FF2B5EF4-FFF2-40B4-BE49-F238E27FC236}">
                  <a16:creationId xmlns:a16="http://schemas.microsoft.com/office/drawing/2014/main" id="{B06F1BE5-9909-FCF4-2C6E-791B6CEC013D}"/>
                </a:ext>
              </a:extLst>
            </p:cNvPr>
            <p:cNvSpPr>
              <a:spLocks/>
            </p:cNvSpPr>
            <p:nvPr/>
          </p:nvSpPr>
          <p:spPr bwMode="gray">
            <a:xfrm>
              <a:off x="1566" y="297"/>
              <a:ext cx="128" cy="292"/>
            </a:xfrm>
            <a:custGeom>
              <a:avLst/>
              <a:gdLst>
                <a:gd name="T0" fmla="*/ 61 w 128"/>
                <a:gd name="T1" fmla="*/ 225 h 292"/>
                <a:gd name="T2" fmla="*/ 54 w 128"/>
                <a:gd name="T3" fmla="*/ 225 h 292"/>
                <a:gd name="T4" fmla="*/ 38 w 128"/>
                <a:gd name="T5" fmla="*/ 219 h 292"/>
                <a:gd name="T6" fmla="*/ 23 w 128"/>
                <a:gd name="T7" fmla="*/ 206 h 292"/>
                <a:gd name="T8" fmla="*/ 15 w 128"/>
                <a:gd name="T9" fmla="*/ 180 h 292"/>
                <a:gd name="T10" fmla="*/ 23 w 128"/>
                <a:gd name="T11" fmla="*/ 180 h 292"/>
                <a:gd name="T12" fmla="*/ 38 w 128"/>
                <a:gd name="T13" fmla="*/ 186 h 292"/>
                <a:gd name="T14" fmla="*/ 54 w 128"/>
                <a:gd name="T15" fmla="*/ 205 h 292"/>
                <a:gd name="T16" fmla="*/ 61 w 128"/>
                <a:gd name="T17" fmla="*/ 151 h 292"/>
                <a:gd name="T18" fmla="*/ 52 w 128"/>
                <a:gd name="T19" fmla="*/ 149 h 292"/>
                <a:gd name="T20" fmla="*/ 34 w 128"/>
                <a:gd name="T21" fmla="*/ 144 h 292"/>
                <a:gd name="T22" fmla="*/ 16 w 128"/>
                <a:gd name="T23" fmla="*/ 128 h 292"/>
                <a:gd name="T24" fmla="*/ 8 w 128"/>
                <a:gd name="T25" fmla="*/ 98 h 292"/>
                <a:gd name="T26" fmla="*/ 15 w 128"/>
                <a:gd name="T27" fmla="*/ 97 h 292"/>
                <a:gd name="T28" fmla="*/ 29 w 128"/>
                <a:gd name="T29" fmla="*/ 101 h 292"/>
                <a:gd name="T30" fmla="*/ 47 w 128"/>
                <a:gd name="T31" fmla="*/ 116 h 292"/>
                <a:gd name="T32" fmla="*/ 61 w 128"/>
                <a:gd name="T33" fmla="*/ 147 h 292"/>
                <a:gd name="T34" fmla="*/ 58 w 128"/>
                <a:gd name="T35" fmla="*/ 60 h 292"/>
                <a:gd name="T36" fmla="*/ 44 w 128"/>
                <a:gd name="T37" fmla="*/ 58 h 292"/>
                <a:gd name="T38" fmla="*/ 25 w 128"/>
                <a:gd name="T39" fmla="*/ 50 h 292"/>
                <a:gd name="T40" fmla="*/ 8 w 128"/>
                <a:gd name="T41" fmla="*/ 32 h 292"/>
                <a:gd name="T42" fmla="*/ 0 w 128"/>
                <a:gd name="T43" fmla="*/ 0 h 292"/>
                <a:gd name="T44" fmla="*/ 8 w 128"/>
                <a:gd name="T45" fmla="*/ 0 h 292"/>
                <a:gd name="T46" fmla="*/ 27 w 128"/>
                <a:gd name="T47" fmla="*/ 5 h 292"/>
                <a:gd name="T48" fmla="*/ 48 w 128"/>
                <a:gd name="T49" fmla="*/ 21 h 292"/>
                <a:gd name="T50" fmla="*/ 65 w 128"/>
                <a:gd name="T51" fmla="*/ 56 h 292"/>
                <a:gd name="T52" fmla="*/ 66 w 128"/>
                <a:gd name="T53" fmla="*/ 48 h 292"/>
                <a:gd name="T54" fmla="*/ 77 w 128"/>
                <a:gd name="T55" fmla="*/ 28 h 292"/>
                <a:gd name="T56" fmla="*/ 96 w 128"/>
                <a:gd name="T57" fmla="*/ 9 h 292"/>
                <a:gd name="T58" fmla="*/ 128 w 128"/>
                <a:gd name="T59" fmla="*/ 0 h 292"/>
                <a:gd name="T60" fmla="*/ 127 w 128"/>
                <a:gd name="T61" fmla="*/ 9 h 292"/>
                <a:gd name="T62" fmla="*/ 119 w 128"/>
                <a:gd name="T63" fmla="*/ 31 h 292"/>
                <a:gd name="T64" fmla="*/ 101 w 128"/>
                <a:gd name="T65" fmla="*/ 51 h 292"/>
                <a:gd name="T66" fmla="*/ 67 w 128"/>
                <a:gd name="T67" fmla="*/ 60 h 292"/>
                <a:gd name="T68" fmla="*/ 69 w 128"/>
                <a:gd name="T69" fmla="*/ 170 h 292"/>
                <a:gd name="T70" fmla="*/ 73 w 128"/>
                <a:gd name="T71" fmla="*/ 155 h 292"/>
                <a:gd name="T72" fmla="*/ 86 w 128"/>
                <a:gd name="T73" fmla="*/ 136 h 292"/>
                <a:gd name="T74" fmla="*/ 113 w 128"/>
                <a:gd name="T75" fmla="*/ 128 h 292"/>
                <a:gd name="T76" fmla="*/ 112 w 128"/>
                <a:gd name="T77" fmla="*/ 136 h 292"/>
                <a:gd name="T78" fmla="*/ 105 w 128"/>
                <a:gd name="T79" fmla="*/ 153 h 292"/>
                <a:gd name="T80" fmla="*/ 92 w 128"/>
                <a:gd name="T81" fmla="*/ 172 h 292"/>
                <a:gd name="T82" fmla="*/ 67 w 128"/>
                <a:gd name="T83" fmla="*/ 180 h 292"/>
                <a:gd name="T84" fmla="*/ 61 w 128"/>
                <a:gd name="T85" fmla="*/ 292 h 2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17">
              <a:extLst>
                <a:ext uri="{FF2B5EF4-FFF2-40B4-BE49-F238E27FC236}">
                  <a16:creationId xmlns:a16="http://schemas.microsoft.com/office/drawing/2014/main" id="{04963AEF-523D-6231-5A25-B0C20D20FAF0}"/>
                </a:ext>
              </a:extLst>
            </p:cNvPr>
            <p:cNvSpPr>
              <a:spLocks/>
            </p:cNvSpPr>
            <p:nvPr/>
          </p:nvSpPr>
          <p:spPr bwMode="gray">
            <a:xfrm>
              <a:off x="2596" y="332"/>
              <a:ext cx="68" cy="257"/>
            </a:xfrm>
            <a:custGeom>
              <a:avLst/>
              <a:gdLst>
                <a:gd name="T0" fmla="*/ 31 w 68"/>
                <a:gd name="T1" fmla="*/ 164 h 257"/>
                <a:gd name="T2" fmla="*/ 23 w 68"/>
                <a:gd name="T3" fmla="*/ 163 h 257"/>
                <a:gd name="T4" fmla="*/ 8 w 68"/>
                <a:gd name="T5" fmla="*/ 155 h 257"/>
                <a:gd name="T6" fmla="*/ 0 w 68"/>
                <a:gd name="T7" fmla="*/ 132 h 257"/>
                <a:gd name="T8" fmla="*/ 7 w 68"/>
                <a:gd name="T9" fmla="*/ 132 h 257"/>
                <a:gd name="T10" fmla="*/ 22 w 68"/>
                <a:gd name="T11" fmla="*/ 139 h 257"/>
                <a:gd name="T12" fmla="*/ 31 w 68"/>
                <a:gd name="T13" fmla="*/ 160 h 257"/>
                <a:gd name="T14" fmla="*/ 29 w 68"/>
                <a:gd name="T15" fmla="*/ 101 h 257"/>
                <a:gd name="T16" fmla="*/ 16 w 68"/>
                <a:gd name="T17" fmla="*/ 97 h 257"/>
                <a:gd name="T18" fmla="*/ 3 w 68"/>
                <a:gd name="T19" fmla="*/ 83 h 257"/>
                <a:gd name="T20" fmla="*/ 3 w 68"/>
                <a:gd name="T21" fmla="*/ 70 h 257"/>
                <a:gd name="T22" fmla="*/ 15 w 68"/>
                <a:gd name="T23" fmla="*/ 74 h 257"/>
                <a:gd name="T24" fmla="*/ 27 w 68"/>
                <a:gd name="T25" fmla="*/ 86 h 257"/>
                <a:gd name="T26" fmla="*/ 31 w 68"/>
                <a:gd name="T27" fmla="*/ 31 h 257"/>
                <a:gd name="T28" fmla="*/ 33 w 68"/>
                <a:gd name="T29" fmla="*/ 23 h 257"/>
                <a:gd name="T30" fmla="*/ 41 w 68"/>
                <a:gd name="T31" fmla="*/ 8 h 257"/>
                <a:gd name="T32" fmla="*/ 62 w 68"/>
                <a:gd name="T33" fmla="*/ 0 h 257"/>
                <a:gd name="T34" fmla="*/ 61 w 68"/>
                <a:gd name="T35" fmla="*/ 8 h 257"/>
                <a:gd name="T36" fmla="*/ 53 w 68"/>
                <a:gd name="T37" fmla="*/ 23 h 257"/>
                <a:gd name="T38" fmla="*/ 35 w 68"/>
                <a:gd name="T39" fmla="*/ 31 h 257"/>
                <a:gd name="T40" fmla="*/ 35 w 68"/>
                <a:gd name="T41" fmla="*/ 75 h 257"/>
                <a:gd name="T42" fmla="*/ 39 w 68"/>
                <a:gd name="T43" fmla="*/ 62 h 257"/>
                <a:gd name="T44" fmla="*/ 54 w 68"/>
                <a:gd name="T45" fmla="*/ 48 h 257"/>
                <a:gd name="T46" fmla="*/ 68 w 68"/>
                <a:gd name="T47" fmla="*/ 48 h 257"/>
                <a:gd name="T48" fmla="*/ 66 w 68"/>
                <a:gd name="T49" fmla="*/ 59 h 257"/>
                <a:gd name="T50" fmla="*/ 58 w 68"/>
                <a:gd name="T51" fmla="*/ 72 h 257"/>
                <a:gd name="T52" fmla="*/ 35 w 68"/>
                <a:gd name="T53" fmla="*/ 82 h 257"/>
                <a:gd name="T54" fmla="*/ 35 w 68"/>
                <a:gd name="T55" fmla="*/ 143 h 257"/>
                <a:gd name="T56" fmla="*/ 38 w 68"/>
                <a:gd name="T57" fmla="*/ 132 h 257"/>
                <a:gd name="T58" fmla="*/ 49 w 68"/>
                <a:gd name="T59" fmla="*/ 122 h 257"/>
                <a:gd name="T60" fmla="*/ 60 w 68"/>
                <a:gd name="T61" fmla="*/ 122 h 257"/>
                <a:gd name="T62" fmla="*/ 58 w 68"/>
                <a:gd name="T63" fmla="*/ 133 h 257"/>
                <a:gd name="T64" fmla="*/ 47 w 68"/>
                <a:gd name="T65" fmla="*/ 144 h 257"/>
                <a:gd name="T66" fmla="*/ 35 w 68"/>
                <a:gd name="T67" fmla="*/ 257 h 2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18">
              <a:extLst>
                <a:ext uri="{FF2B5EF4-FFF2-40B4-BE49-F238E27FC236}">
                  <a16:creationId xmlns:a16="http://schemas.microsoft.com/office/drawing/2014/main" id="{B8EA9BB1-E5CE-4DD4-137F-EBDF3966B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1672" y="164"/>
              <a:ext cx="111" cy="425"/>
            </a:xfrm>
            <a:custGeom>
              <a:avLst/>
              <a:gdLst>
                <a:gd name="T0" fmla="*/ 52 w 111"/>
                <a:gd name="T1" fmla="*/ 272 h 425"/>
                <a:gd name="T2" fmla="*/ 44 w 111"/>
                <a:gd name="T3" fmla="*/ 270 h 425"/>
                <a:gd name="T4" fmla="*/ 26 w 111"/>
                <a:gd name="T5" fmla="*/ 265 h 425"/>
                <a:gd name="T6" fmla="*/ 8 w 111"/>
                <a:gd name="T7" fmla="*/ 249 h 425"/>
                <a:gd name="T8" fmla="*/ 0 w 111"/>
                <a:gd name="T9" fmla="*/ 219 h 425"/>
                <a:gd name="T10" fmla="*/ 8 w 111"/>
                <a:gd name="T11" fmla="*/ 219 h 425"/>
                <a:gd name="T12" fmla="*/ 25 w 111"/>
                <a:gd name="T13" fmla="*/ 223 h 425"/>
                <a:gd name="T14" fmla="*/ 41 w 111"/>
                <a:gd name="T15" fmla="*/ 235 h 425"/>
                <a:gd name="T16" fmla="*/ 52 w 111"/>
                <a:gd name="T17" fmla="*/ 265 h 425"/>
                <a:gd name="T18" fmla="*/ 50 w 111"/>
                <a:gd name="T19" fmla="*/ 168 h 425"/>
                <a:gd name="T20" fmla="*/ 35 w 111"/>
                <a:gd name="T21" fmla="*/ 165 h 425"/>
                <a:gd name="T22" fmla="*/ 17 w 111"/>
                <a:gd name="T23" fmla="*/ 156 h 425"/>
                <a:gd name="T24" fmla="*/ 3 w 111"/>
                <a:gd name="T25" fmla="*/ 134 h 425"/>
                <a:gd name="T26" fmla="*/ 3 w 111"/>
                <a:gd name="T27" fmla="*/ 116 h 425"/>
                <a:gd name="T28" fmla="*/ 19 w 111"/>
                <a:gd name="T29" fmla="*/ 120 h 425"/>
                <a:gd name="T30" fmla="*/ 39 w 111"/>
                <a:gd name="T31" fmla="*/ 133 h 425"/>
                <a:gd name="T32" fmla="*/ 52 w 111"/>
                <a:gd name="T33" fmla="*/ 161 h 425"/>
                <a:gd name="T34" fmla="*/ 53 w 111"/>
                <a:gd name="T35" fmla="*/ 50 h 425"/>
                <a:gd name="T36" fmla="*/ 54 w 111"/>
                <a:gd name="T37" fmla="*/ 36 h 425"/>
                <a:gd name="T38" fmla="*/ 65 w 111"/>
                <a:gd name="T39" fmla="*/ 17 h 425"/>
                <a:gd name="T40" fmla="*/ 87 w 111"/>
                <a:gd name="T41" fmla="*/ 3 h 425"/>
                <a:gd name="T42" fmla="*/ 103 w 111"/>
                <a:gd name="T43" fmla="*/ 3 h 425"/>
                <a:gd name="T44" fmla="*/ 99 w 111"/>
                <a:gd name="T45" fmla="*/ 21 h 425"/>
                <a:gd name="T46" fmla="*/ 84 w 111"/>
                <a:gd name="T47" fmla="*/ 42 h 425"/>
                <a:gd name="T48" fmla="*/ 58 w 111"/>
                <a:gd name="T49" fmla="*/ 52 h 425"/>
                <a:gd name="T50" fmla="*/ 58 w 111"/>
                <a:gd name="T51" fmla="*/ 127 h 425"/>
                <a:gd name="T52" fmla="*/ 61 w 111"/>
                <a:gd name="T53" fmla="*/ 112 h 425"/>
                <a:gd name="T54" fmla="*/ 72 w 111"/>
                <a:gd name="T55" fmla="*/ 94 h 425"/>
                <a:gd name="T56" fmla="*/ 93 w 111"/>
                <a:gd name="T57" fmla="*/ 80 h 425"/>
                <a:gd name="T58" fmla="*/ 111 w 111"/>
                <a:gd name="T59" fmla="*/ 80 h 425"/>
                <a:gd name="T60" fmla="*/ 111 w 111"/>
                <a:gd name="T61" fmla="*/ 91 h 425"/>
                <a:gd name="T62" fmla="*/ 107 w 111"/>
                <a:gd name="T63" fmla="*/ 108 h 425"/>
                <a:gd name="T64" fmla="*/ 91 w 111"/>
                <a:gd name="T65" fmla="*/ 126 h 425"/>
                <a:gd name="T66" fmla="*/ 58 w 111"/>
                <a:gd name="T67" fmla="*/ 135 h 425"/>
                <a:gd name="T68" fmla="*/ 58 w 111"/>
                <a:gd name="T69" fmla="*/ 236 h 425"/>
                <a:gd name="T70" fmla="*/ 61 w 111"/>
                <a:gd name="T71" fmla="*/ 223 h 425"/>
                <a:gd name="T72" fmla="*/ 73 w 111"/>
                <a:gd name="T73" fmla="*/ 208 h 425"/>
                <a:gd name="T74" fmla="*/ 97 w 111"/>
                <a:gd name="T75" fmla="*/ 200 h 425"/>
                <a:gd name="T76" fmla="*/ 99 w 111"/>
                <a:gd name="T77" fmla="*/ 207 h 425"/>
                <a:gd name="T78" fmla="*/ 97 w 111"/>
                <a:gd name="T79" fmla="*/ 220 h 425"/>
                <a:gd name="T80" fmla="*/ 87 w 111"/>
                <a:gd name="T81" fmla="*/ 235 h 425"/>
                <a:gd name="T82" fmla="*/ 58 w 111"/>
                <a:gd name="T83" fmla="*/ 245 h 425"/>
                <a:gd name="T84" fmla="*/ 52 w 111"/>
                <a:gd name="T85" fmla="*/ 425 h 4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Freeform 19">
              <a:extLst>
                <a:ext uri="{FF2B5EF4-FFF2-40B4-BE49-F238E27FC236}">
                  <a16:creationId xmlns:a16="http://schemas.microsoft.com/office/drawing/2014/main" id="{002DE6BF-4401-34D9-44BD-09B4471B6DC5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5" y="362"/>
              <a:ext cx="99" cy="227"/>
            </a:xfrm>
            <a:custGeom>
              <a:avLst/>
              <a:gdLst>
                <a:gd name="T0" fmla="*/ 52 w 100"/>
                <a:gd name="T1" fmla="*/ 176 h 228"/>
                <a:gd name="T2" fmla="*/ 59 w 100"/>
                <a:gd name="T3" fmla="*/ 176 h 228"/>
                <a:gd name="T4" fmla="*/ 74 w 100"/>
                <a:gd name="T5" fmla="*/ 169 h 228"/>
                <a:gd name="T6" fmla="*/ 86 w 100"/>
                <a:gd name="T7" fmla="*/ 154 h 228"/>
                <a:gd name="T8" fmla="*/ 86 w 100"/>
                <a:gd name="T9" fmla="*/ 141 h 228"/>
                <a:gd name="T10" fmla="*/ 74 w 100"/>
                <a:gd name="T11" fmla="*/ 143 h 228"/>
                <a:gd name="T12" fmla="*/ 58 w 100"/>
                <a:gd name="T13" fmla="*/ 158 h 228"/>
                <a:gd name="T14" fmla="*/ 52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2 w 100"/>
                <a:gd name="T29" fmla="*/ 115 h 228"/>
                <a:gd name="T30" fmla="*/ 55 w 100"/>
                <a:gd name="T31" fmla="*/ 48 h 228"/>
                <a:gd name="T32" fmla="*/ 67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3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1 w 100"/>
                <a:gd name="T53" fmla="*/ 3 h 228"/>
                <a:gd name="T54" fmla="*/ 5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5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5 w 100"/>
                <a:gd name="T71" fmla="*/ 132 h 228"/>
                <a:gd name="T72" fmla="*/ 47 w 100"/>
                <a:gd name="T73" fmla="*/ 141 h 228"/>
                <a:gd name="T74" fmla="*/ 52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20">
              <a:extLst>
                <a:ext uri="{FF2B5EF4-FFF2-40B4-BE49-F238E27FC236}">
                  <a16:creationId xmlns:a16="http://schemas.microsoft.com/office/drawing/2014/main" id="{4BAD8F76-5256-3F4C-2D45-2C0152F227C2}"/>
                </a:ext>
              </a:extLst>
            </p:cNvPr>
            <p:cNvSpPr>
              <a:spLocks/>
            </p:cNvSpPr>
            <p:nvPr/>
          </p:nvSpPr>
          <p:spPr bwMode="gray">
            <a:xfrm>
              <a:off x="2921" y="362"/>
              <a:ext cx="100" cy="227"/>
            </a:xfrm>
            <a:custGeom>
              <a:avLst/>
              <a:gdLst>
                <a:gd name="T0" fmla="*/ 53 w 100"/>
                <a:gd name="T1" fmla="*/ 176 h 228"/>
                <a:gd name="T2" fmla="*/ 60 w 100"/>
                <a:gd name="T3" fmla="*/ 176 h 228"/>
                <a:gd name="T4" fmla="*/ 74 w 100"/>
                <a:gd name="T5" fmla="*/ 169 h 228"/>
                <a:gd name="T6" fmla="*/ 87 w 100"/>
                <a:gd name="T7" fmla="*/ 154 h 228"/>
                <a:gd name="T8" fmla="*/ 87 w 100"/>
                <a:gd name="T9" fmla="*/ 141 h 228"/>
                <a:gd name="T10" fmla="*/ 74 w 100"/>
                <a:gd name="T11" fmla="*/ 143 h 228"/>
                <a:gd name="T12" fmla="*/ 60 w 100"/>
                <a:gd name="T13" fmla="*/ 158 h 228"/>
                <a:gd name="T14" fmla="*/ 53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3 w 100"/>
                <a:gd name="T29" fmla="*/ 115 h 228"/>
                <a:gd name="T30" fmla="*/ 56 w 100"/>
                <a:gd name="T31" fmla="*/ 48 h 228"/>
                <a:gd name="T32" fmla="*/ 68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4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2 w 100"/>
                <a:gd name="T53" fmla="*/ 3 h 228"/>
                <a:gd name="T54" fmla="*/ 6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6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6 w 100"/>
                <a:gd name="T71" fmla="*/ 132 h 228"/>
                <a:gd name="T72" fmla="*/ 47 w 100"/>
                <a:gd name="T73" fmla="*/ 141 h 228"/>
                <a:gd name="T74" fmla="*/ 53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21">
              <a:extLst>
                <a:ext uri="{FF2B5EF4-FFF2-40B4-BE49-F238E27FC236}">
                  <a16:creationId xmlns:a16="http://schemas.microsoft.com/office/drawing/2014/main" id="{5B476A96-DBD8-5878-45ED-8CD67DE28CFE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3" y="187"/>
              <a:ext cx="176" cy="402"/>
            </a:xfrm>
            <a:custGeom>
              <a:avLst/>
              <a:gdLst>
                <a:gd name="T0" fmla="*/ 93 w 175"/>
                <a:gd name="T1" fmla="*/ 309 h 402"/>
                <a:gd name="T2" fmla="*/ 101 w 175"/>
                <a:gd name="T3" fmla="*/ 309 h 402"/>
                <a:gd name="T4" fmla="*/ 118 w 175"/>
                <a:gd name="T5" fmla="*/ 304 h 402"/>
                <a:gd name="T6" fmla="*/ 138 w 175"/>
                <a:gd name="T7" fmla="*/ 292 h 402"/>
                <a:gd name="T8" fmla="*/ 152 w 175"/>
                <a:gd name="T9" fmla="*/ 266 h 402"/>
                <a:gd name="T10" fmla="*/ 152 w 175"/>
                <a:gd name="T11" fmla="*/ 247 h 402"/>
                <a:gd name="T12" fmla="*/ 138 w 175"/>
                <a:gd name="T13" fmla="*/ 250 h 402"/>
                <a:gd name="T14" fmla="*/ 120 w 175"/>
                <a:gd name="T15" fmla="*/ 259 h 402"/>
                <a:gd name="T16" fmla="*/ 99 w 175"/>
                <a:gd name="T17" fmla="*/ 285 h 402"/>
                <a:gd name="T18" fmla="*/ 93 w 175"/>
                <a:gd name="T19" fmla="*/ 207 h 402"/>
                <a:gd name="T20" fmla="*/ 102 w 175"/>
                <a:gd name="T21" fmla="*/ 205 h 402"/>
                <a:gd name="T22" fmla="*/ 122 w 175"/>
                <a:gd name="T23" fmla="*/ 200 h 402"/>
                <a:gd name="T24" fmla="*/ 147 w 175"/>
                <a:gd name="T25" fmla="*/ 185 h 402"/>
                <a:gd name="T26" fmla="*/ 163 w 175"/>
                <a:gd name="T27" fmla="*/ 155 h 402"/>
                <a:gd name="T28" fmla="*/ 163 w 175"/>
                <a:gd name="T29" fmla="*/ 134 h 402"/>
                <a:gd name="T30" fmla="*/ 149 w 175"/>
                <a:gd name="T31" fmla="*/ 135 h 402"/>
                <a:gd name="T32" fmla="*/ 129 w 175"/>
                <a:gd name="T33" fmla="*/ 142 h 402"/>
                <a:gd name="T34" fmla="*/ 107 w 175"/>
                <a:gd name="T35" fmla="*/ 162 h 402"/>
                <a:gd name="T36" fmla="*/ 93 w 175"/>
                <a:gd name="T37" fmla="*/ 201 h 402"/>
                <a:gd name="T38" fmla="*/ 95 w 175"/>
                <a:gd name="T39" fmla="*/ 83 h 402"/>
                <a:gd name="T40" fmla="*/ 110 w 175"/>
                <a:gd name="T41" fmla="*/ 81 h 402"/>
                <a:gd name="T42" fmla="*/ 134 w 175"/>
                <a:gd name="T43" fmla="*/ 73 h 402"/>
                <a:gd name="T44" fmla="*/ 157 w 175"/>
                <a:gd name="T45" fmla="*/ 54 h 402"/>
                <a:gd name="T46" fmla="*/ 174 w 175"/>
                <a:gd name="T47" fmla="*/ 23 h 402"/>
                <a:gd name="T48" fmla="*/ 174 w 175"/>
                <a:gd name="T49" fmla="*/ 0 h 402"/>
                <a:gd name="T50" fmla="*/ 157 w 175"/>
                <a:gd name="T51" fmla="*/ 2 h 402"/>
                <a:gd name="T52" fmla="*/ 133 w 175"/>
                <a:gd name="T53" fmla="*/ 10 h 402"/>
                <a:gd name="T54" fmla="*/ 107 w 175"/>
                <a:gd name="T55" fmla="*/ 33 h 402"/>
                <a:gd name="T56" fmla="*/ 87 w 175"/>
                <a:gd name="T57" fmla="*/ 77 h 402"/>
                <a:gd name="T58" fmla="*/ 85 w 175"/>
                <a:gd name="T59" fmla="*/ 68 h 402"/>
                <a:gd name="T60" fmla="*/ 75 w 175"/>
                <a:gd name="T61" fmla="*/ 46 h 402"/>
                <a:gd name="T62" fmla="*/ 55 w 175"/>
                <a:gd name="T63" fmla="*/ 21 h 402"/>
                <a:gd name="T64" fmla="*/ 22 w 175"/>
                <a:gd name="T65" fmla="*/ 3 h 402"/>
                <a:gd name="T66" fmla="*/ 1 w 175"/>
                <a:gd name="T67" fmla="*/ 3 h 402"/>
                <a:gd name="T68" fmla="*/ 4 w 175"/>
                <a:gd name="T69" fmla="*/ 18 h 402"/>
                <a:gd name="T70" fmla="*/ 12 w 175"/>
                <a:gd name="T71" fmla="*/ 42 h 402"/>
                <a:gd name="T72" fmla="*/ 31 w 175"/>
                <a:gd name="T73" fmla="*/ 65 h 402"/>
                <a:gd name="T74" fmla="*/ 62 w 175"/>
                <a:gd name="T75" fmla="*/ 81 h 402"/>
                <a:gd name="T76" fmla="*/ 82 w 175"/>
                <a:gd name="T77" fmla="*/ 238 h 402"/>
                <a:gd name="T78" fmla="*/ 80 w 175"/>
                <a:gd name="T79" fmla="*/ 228 h 402"/>
                <a:gd name="T80" fmla="*/ 72 w 175"/>
                <a:gd name="T81" fmla="*/ 207 h 402"/>
                <a:gd name="T82" fmla="*/ 55 w 175"/>
                <a:gd name="T83" fmla="*/ 185 h 402"/>
                <a:gd name="T84" fmla="*/ 21 w 175"/>
                <a:gd name="T85" fmla="*/ 176 h 402"/>
                <a:gd name="T86" fmla="*/ 22 w 175"/>
                <a:gd name="T87" fmla="*/ 185 h 402"/>
                <a:gd name="T88" fmla="*/ 28 w 175"/>
                <a:gd name="T89" fmla="*/ 205 h 402"/>
                <a:gd name="T90" fmla="*/ 41 w 175"/>
                <a:gd name="T91" fmla="*/ 230 h 402"/>
                <a:gd name="T92" fmla="*/ 66 w 175"/>
                <a:gd name="T93" fmla="*/ 246 h 402"/>
                <a:gd name="T94" fmla="*/ 82 w 175"/>
                <a:gd name="T95" fmla="*/ 402 h 4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22">
              <a:extLst>
                <a:ext uri="{FF2B5EF4-FFF2-40B4-BE49-F238E27FC236}">
                  <a16:creationId xmlns:a16="http://schemas.microsoft.com/office/drawing/2014/main" id="{BF6F38D8-1A9D-909A-638A-EB67C399AB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61" y="215"/>
              <a:ext cx="98" cy="374"/>
            </a:xfrm>
            <a:custGeom>
              <a:avLst/>
              <a:gdLst>
                <a:gd name="T0" fmla="*/ 52 w 97"/>
                <a:gd name="T1" fmla="*/ 237 h 373"/>
                <a:gd name="T2" fmla="*/ 59 w 97"/>
                <a:gd name="T3" fmla="*/ 237 h 373"/>
                <a:gd name="T4" fmla="*/ 74 w 97"/>
                <a:gd name="T5" fmla="*/ 232 h 373"/>
                <a:gd name="T6" fmla="*/ 90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1 w 97"/>
                <a:gd name="T13" fmla="*/ 197 h 373"/>
                <a:gd name="T14" fmla="*/ 56 w 97"/>
                <a:gd name="T15" fmla="*/ 215 h 373"/>
                <a:gd name="T16" fmla="*/ 52 w 97"/>
                <a:gd name="T17" fmla="*/ 147 h 373"/>
                <a:gd name="T18" fmla="*/ 59 w 97"/>
                <a:gd name="T19" fmla="*/ 147 h 373"/>
                <a:gd name="T20" fmla="*/ 74 w 97"/>
                <a:gd name="T21" fmla="*/ 141 h 373"/>
                <a:gd name="T22" fmla="*/ 90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1 w 97"/>
                <a:gd name="T29" fmla="*/ 109 h 373"/>
                <a:gd name="T30" fmla="*/ 56 w 97"/>
                <a:gd name="T31" fmla="*/ 126 h 373"/>
                <a:gd name="T32" fmla="*/ 52 w 97"/>
                <a:gd name="T33" fmla="*/ 46 h 373"/>
                <a:gd name="T34" fmla="*/ 51 w 97"/>
                <a:gd name="T35" fmla="*/ 37 h 373"/>
                <a:gd name="T36" fmla="*/ 45 w 97"/>
                <a:gd name="T37" fmla="*/ 23 h 373"/>
                <a:gd name="T38" fmla="*/ 32 w 97"/>
                <a:gd name="T39" fmla="*/ 6 h 373"/>
                <a:gd name="T40" fmla="*/ 6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3 w 97"/>
                <a:gd name="T47" fmla="*/ 43 h 373"/>
                <a:gd name="T48" fmla="*/ 45 w 97"/>
                <a:gd name="T49" fmla="*/ 113 h 373"/>
                <a:gd name="T50" fmla="*/ 45 w 97"/>
                <a:gd name="T51" fmla="*/ 106 h 373"/>
                <a:gd name="T52" fmla="*/ 40 w 97"/>
                <a:gd name="T53" fmla="*/ 90 h 373"/>
                <a:gd name="T54" fmla="*/ 27 w 97"/>
                <a:gd name="T55" fmla="*/ 75 h 373"/>
                <a:gd name="T56" fmla="*/ 1 w 97"/>
                <a:gd name="T57" fmla="*/ 67 h 373"/>
                <a:gd name="T58" fmla="*/ 0 w 97"/>
                <a:gd name="T59" fmla="*/ 75 h 373"/>
                <a:gd name="T60" fmla="*/ 2 w 97"/>
                <a:gd name="T61" fmla="*/ 91 h 373"/>
                <a:gd name="T62" fmla="*/ 14 w 97"/>
                <a:gd name="T63" fmla="*/ 109 h 373"/>
                <a:gd name="T64" fmla="*/ 45 w 97"/>
                <a:gd name="T65" fmla="*/ 118 h 373"/>
                <a:gd name="T66" fmla="*/ 45 w 97"/>
                <a:gd name="T67" fmla="*/ 207 h 373"/>
                <a:gd name="T68" fmla="*/ 43 w 97"/>
                <a:gd name="T69" fmla="*/ 195 h 373"/>
                <a:gd name="T70" fmla="*/ 33 w 97"/>
                <a:gd name="T71" fmla="*/ 182 h 373"/>
                <a:gd name="T72" fmla="*/ 12 w 97"/>
                <a:gd name="T73" fmla="*/ 175 h 373"/>
                <a:gd name="T74" fmla="*/ 10 w 97"/>
                <a:gd name="T75" fmla="*/ 182 h 373"/>
                <a:gd name="T76" fmla="*/ 13 w 97"/>
                <a:gd name="T77" fmla="*/ 197 h 373"/>
                <a:gd name="T78" fmla="*/ 29 w 97"/>
                <a:gd name="T79" fmla="*/ 211 h 373"/>
                <a:gd name="T80" fmla="*/ 45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23">
              <a:extLst>
                <a:ext uri="{FF2B5EF4-FFF2-40B4-BE49-F238E27FC236}">
                  <a16:creationId xmlns:a16="http://schemas.microsoft.com/office/drawing/2014/main" id="{8CB90DBD-EDBA-7B44-A57F-4D5A31C31C18}"/>
                </a:ext>
              </a:extLst>
            </p:cNvPr>
            <p:cNvSpPr>
              <a:spLocks/>
            </p:cNvSpPr>
            <p:nvPr/>
          </p:nvSpPr>
          <p:spPr bwMode="gray">
            <a:xfrm>
              <a:off x="2708" y="215"/>
              <a:ext cx="97" cy="374"/>
            </a:xfrm>
            <a:custGeom>
              <a:avLst/>
              <a:gdLst>
                <a:gd name="T0" fmla="*/ 51 w 97"/>
                <a:gd name="T1" fmla="*/ 237 h 373"/>
                <a:gd name="T2" fmla="*/ 60 w 97"/>
                <a:gd name="T3" fmla="*/ 237 h 373"/>
                <a:gd name="T4" fmla="*/ 74 w 97"/>
                <a:gd name="T5" fmla="*/ 232 h 373"/>
                <a:gd name="T6" fmla="*/ 91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2 w 97"/>
                <a:gd name="T13" fmla="*/ 197 h 373"/>
                <a:gd name="T14" fmla="*/ 55 w 97"/>
                <a:gd name="T15" fmla="*/ 215 h 373"/>
                <a:gd name="T16" fmla="*/ 51 w 97"/>
                <a:gd name="T17" fmla="*/ 147 h 373"/>
                <a:gd name="T18" fmla="*/ 60 w 97"/>
                <a:gd name="T19" fmla="*/ 147 h 373"/>
                <a:gd name="T20" fmla="*/ 74 w 97"/>
                <a:gd name="T21" fmla="*/ 141 h 373"/>
                <a:gd name="T22" fmla="*/ 91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2 w 97"/>
                <a:gd name="T29" fmla="*/ 109 h 373"/>
                <a:gd name="T30" fmla="*/ 55 w 97"/>
                <a:gd name="T31" fmla="*/ 126 h 373"/>
                <a:gd name="T32" fmla="*/ 51 w 97"/>
                <a:gd name="T33" fmla="*/ 46 h 373"/>
                <a:gd name="T34" fmla="*/ 51 w 97"/>
                <a:gd name="T35" fmla="*/ 37 h 373"/>
                <a:gd name="T36" fmla="*/ 46 w 97"/>
                <a:gd name="T37" fmla="*/ 23 h 373"/>
                <a:gd name="T38" fmla="*/ 33 w 97"/>
                <a:gd name="T39" fmla="*/ 6 h 373"/>
                <a:gd name="T40" fmla="*/ 7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4 w 97"/>
                <a:gd name="T47" fmla="*/ 43 h 373"/>
                <a:gd name="T48" fmla="*/ 46 w 97"/>
                <a:gd name="T49" fmla="*/ 113 h 373"/>
                <a:gd name="T50" fmla="*/ 46 w 97"/>
                <a:gd name="T51" fmla="*/ 106 h 373"/>
                <a:gd name="T52" fmla="*/ 41 w 97"/>
                <a:gd name="T53" fmla="*/ 90 h 373"/>
                <a:gd name="T54" fmla="*/ 27 w 97"/>
                <a:gd name="T55" fmla="*/ 75 h 373"/>
                <a:gd name="T56" fmla="*/ 0 w 97"/>
                <a:gd name="T57" fmla="*/ 67 h 373"/>
                <a:gd name="T58" fmla="*/ 0 w 97"/>
                <a:gd name="T59" fmla="*/ 75 h 373"/>
                <a:gd name="T60" fmla="*/ 3 w 97"/>
                <a:gd name="T61" fmla="*/ 91 h 373"/>
                <a:gd name="T62" fmla="*/ 15 w 97"/>
                <a:gd name="T63" fmla="*/ 109 h 373"/>
                <a:gd name="T64" fmla="*/ 46 w 97"/>
                <a:gd name="T65" fmla="*/ 118 h 373"/>
                <a:gd name="T66" fmla="*/ 46 w 97"/>
                <a:gd name="T67" fmla="*/ 207 h 373"/>
                <a:gd name="T68" fmla="*/ 43 w 97"/>
                <a:gd name="T69" fmla="*/ 195 h 373"/>
                <a:gd name="T70" fmla="*/ 34 w 97"/>
                <a:gd name="T71" fmla="*/ 182 h 373"/>
                <a:gd name="T72" fmla="*/ 12 w 97"/>
                <a:gd name="T73" fmla="*/ 175 h 373"/>
                <a:gd name="T74" fmla="*/ 11 w 97"/>
                <a:gd name="T75" fmla="*/ 182 h 373"/>
                <a:gd name="T76" fmla="*/ 14 w 97"/>
                <a:gd name="T77" fmla="*/ 197 h 373"/>
                <a:gd name="T78" fmla="*/ 30 w 97"/>
                <a:gd name="T79" fmla="*/ 211 h 373"/>
                <a:gd name="T80" fmla="*/ 46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Freeform 25">
            <a:extLst>
              <a:ext uri="{FF2B5EF4-FFF2-40B4-BE49-F238E27FC236}">
                <a16:creationId xmlns:a16="http://schemas.microsoft.com/office/drawing/2014/main" id="{1E01E91F-1057-CCCE-2C3B-BAA0EB9C8325}"/>
              </a:ext>
            </a:extLst>
          </p:cNvPr>
          <p:cNvSpPr>
            <a:spLocks/>
          </p:cNvSpPr>
          <p:nvPr/>
        </p:nvSpPr>
        <p:spPr bwMode="gray">
          <a:xfrm>
            <a:off x="95250" y="6446838"/>
            <a:ext cx="8970963" cy="314325"/>
          </a:xfrm>
          <a:custGeom>
            <a:avLst/>
            <a:gdLst>
              <a:gd name="T0" fmla="*/ 4 w 5651"/>
              <a:gd name="T1" fmla="*/ 198 h 198"/>
              <a:gd name="T2" fmla="*/ 5651 w 5651"/>
              <a:gd name="T3" fmla="*/ 198 h 198"/>
              <a:gd name="T4" fmla="*/ 5646 w 5651"/>
              <a:gd name="T5" fmla="*/ 94 h 198"/>
              <a:gd name="T6" fmla="*/ 1491 w 5651"/>
              <a:gd name="T7" fmla="*/ 94 h 198"/>
              <a:gd name="T8" fmla="*/ 1343 w 5651"/>
              <a:gd name="T9" fmla="*/ 2 h 198"/>
              <a:gd name="T10" fmla="*/ 0 w 5651"/>
              <a:gd name="T11" fmla="*/ 0 h 198"/>
              <a:gd name="T12" fmla="*/ 4 w 5651"/>
              <a:gd name="T13" fmla="*/ 198 h 1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651" h="198">
                <a:moveTo>
                  <a:pt x="4" y="198"/>
                </a:moveTo>
                <a:lnTo>
                  <a:pt x="5651" y="198"/>
                </a:lnTo>
                <a:lnTo>
                  <a:pt x="5646" y="94"/>
                </a:lnTo>
                <a:lnTo>
                  <a:pt x="1491" y="94"/>
                </a:lnTo>
                <a:lnTo>
                  <a:pt x="1343" y="2"/>
                </a:lnTo>
                <a:lnTo>
                  <a:pt x="0" y="0"/>
                </a:lnTo>
                <a:lnTo>
                  <a:pt x="4" y="19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26">
            <a:extLst>
              <a:ext uri="{FF2B5EF4-FFF2-40B4-BE49-F238E27FC236}">
                <a16:creationId xmlns:a16="http://schemas.microsoft.com/office/drawing/2014/main" id="{E5DCAE46-B1A0-A50B-AE4C-169F1411B017}"/>
              </a:ext>
            </a:extLst>
          </p:cNvPr>
          <p:cNvSpPr>
            <a:spLocks/>
          </p:cNvSpPr>
          <p:nvPr/>
        </p:nvSpPr>
        <p:spPr bwMode="gray">
          <a:xfrm>
            <a:off x="95250" y="6491288"/>
            <a:ext cx="8975725" cy="279400"/>
          </a:xfrm>
          <a:custGeom>
            <a:avLst/>
            <a:gdLst>
              <a:gd name="T0" fmla="*/ 0 w 5650"/>
              <a:gd name="T1" fmla="*/ 176 h 176"/>
              <a:gd name="T2" fmla="*/ 5650 w 5650"/>
              <a:gd name="T3" fmla="*/ 169 h 176"/>
              <a:gd name="T4" fmla="*/ 5646 w 5650"/>
              <a:gd name="T5" fmla="*/ 95 h 176"/>
              <a:gd name="T6" fmla="*/ 1478 w 5650"/>
              <a:gd name="T7" fmla="*/ 95 h 176"/>
              <a:gd name="T8" fmla="*/ 1317 w 5650"/>
              <a:gd name="T9" fmla="*/ 3 h 176"/>
              <a:gd name="T10" fmla="*/ 0 w 5650"/>
              <a:gd name="T11" fmla="*/ 0 h 176"/>
              <a:gd name="T12" fmla="*/ 0 w 5650"/>
              <a:gd name="T13" fmla="*/ 176 h 1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650" h="176">
                <a:moveTo>
                  <a:pt x="0" y="176"/>
                </a:moveTo>
                <a:lnTo>
                  <a:pt x="5650" y="169"/>
                </a:lnTo>
                <a:lnTo>
                  <a:pt x="5646" y="95"/>
                </a:lnTo>
                <a:lnTo>
                  <a:pt x="1478" y="95"/>
                </a:lnTo>
                <a:lnTo>
                  <a:pt x="1317" y="3"/>
                </a:lnTo>
                <a:lnTo>
                  <a:pt x="0" y="0"/>
                </a:lnTo>
                <a:lnTo>
                  <a:pt x="0" y="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Freeform 27" descr="Dark upward diagonal">
            <a:extLst>
              <a:ext uri="{FF2B5EF4-FFF2-40B4-BE49-F238E27FC236}">
                <a16:creationId xmlns:a16="http://schemas.microsoft.com/office/drawing/2014/main" id="{2C220012-0592-7DD0-A8AA-C19C1E10F205}"/>
              </a:ext>
            </a:extLst>
          </p:cNvPr>
          <p:cNvSpPr>
            <a:spLocks/>
          </p:cNvSpPr>
          <p:nvPr/>
        </p:nvSpPr>
        <p:spPr bwMode="gray">
          <a:xfrm>
            <a:off x="92075" y="98425"/>
            <a:ext cx="8956675" cy="179388"/>
          </a:xfrm>
          <a:custGeom>
            <a:avLst/>
            <a:gdLst>
              <a:gd name="T0" fmla="*/ 0 w 5639"/>
              <a:gd name="T1" fmla="*/ 0 h 113"/>
              <a:gd name="T2" fmla="*/ 5582 w 5639"/>
              <a:gd name="T3" fmla="*/ 0 h 113"/>
              <a:gd name="T4" fmla="*/ 5639 w 5639"/>
              <a:gd name="T5" fmla="*/ 45 h 113"/>
              <a:gd name="T6" fmla="*/ 5636 w 5639"/>
              <a:gd name="T7" fmla="*/ 113 h 113"/>
              <a:gd name="T8" fmla="*/ 0 w 5639"/>
              <a:gd name="T9" fmla="*/ 113 h 113"/>
              <a:gd name="T10" fmla="*/ 0 w 5639"/>
              <a:gd name="T11" fmla="*/ 0 h 1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39" h="113">
                <a:moveTo>
                  <a:pt x="0" y="0"/>
                </a:moveTo>
                <a:lnTo>
                  <a:pt x="5582" y="0"/>
                </a:lnTo>
                <a:cubicBezTo>
                  <a:pt x="5630" y="3"/>
                  <a:pt x="5639" y="45"/>
                  <a:pt x="5639" y="45"/>
                </a:cubicBezTo>
                <a:lnTo>
                  <a:pt x="5636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28">
            <a:extLst>
              <a:ext uri="{FF2B5EF4-FFF2-40B4-BE49-F238E27FC236}">
                <a16:creationId xmlns:a16="http://schemas.microsoft.com/office/drawing/2014/main" id="{8FDB2F22-C540-CFE3-1294-DD7E0A50ACBC}"/>
              </a:ext>
            </a:extLst>
          </p:cNvPr>
          <p:cNvSpPr>
            <a:spLocks/>
          </p:cNvSpPr>
          <p:nvPr/>
        </p:nvSpPr>
        <p:spPr bwMode="gray">
          <a:xfrm>
            <a:off x="92075" y="307975"/>
            <a:ext cx="8955088" cy="938213"/>
          </a:xfrm>
          <a:custGeom>
            <a:avLst/>
            <a:gdLst>
              <a:gd name="T0" fmla="*/ 5446 w 5446"/>
              <a:gd name="T1" fmla="*/ 0 h 531"/>
              <a:gd name="T2" fmla="*/ 0 w 5446"/>
              <a:gd name="T3" fmla="*/ 0 h 531"/>
              <a:gd name="T4" fmla="*/ 2 w 5446"/>
              <a:gd name="T5" fmla="*/ 470 h 531"/>
              <a:gd name="T6" fmla="*/ 4078 w 5446"/>
              <a:gd name="T7" fmla="*/ 474 h 531"/>
              <a:gd name="T8" fmla="*/ 4178 w 5446"/>
              <a:gd name="T9" fmla="*/ 527 h 531"/>
              <a:gd name="T10" fmla="*/ 5446 w 5446"/>
              <a:gd name="T11" fmla="*/ 531 h 531"/>
              <a:gd name="T12" fmla="*/ 5446 w 5446"/>
              <a:gd name="T13" fmla="*/ 0 h 5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3" name="Freeform 29">
            <a:extLst>
              <a:ext uri="{FF2B5EF4-FFF2-40B4-BE49-F238E27FC236}">
                <a16:creationId xmlns:a16="http://schemas.microsoft.com/office/drawing/2014/main" id="{9FD86C37-C315-F6E6-9E54-0C0CF405B236}"/>
              </a:ext>
            </a:extLst>
          </p:cNvPr>
          <p:cNvSpPr>
            <a:spLocks/>
          </p:cNvSpPr>
          <p:nvPr/>
        </p:nvSpPr>
        <p:spPr bwMode="gray">
          <a:xfrm>
            <a:off x="92075" y="306388"/>
            <a:ext cx="8955088" cy="836612"/>
          </a:xfrm>
          <a:custGeom>
            <a:avLst/>
            <a:gdLst/>
            <a:ahLst/>
            <a:cxnLst>
              <a:cxn ang="0">
                <a:pos x="5446" y="0"/>
              </a:cxn>
              <a:cxn ang="0">
                <a:pos x="0" y="0"/>
              </a:cxn>
              <a:cxn ang="0">
                <a:pos x="2" y="470"/>
              </a:cxn>
              <a:cxn ang="0">
                <a:pos x="4078" y="474"/>
              </a:cxn>
              <a:cxn ang="0">
                <a:pos x="4178" y="527"/>
              </a:cxn>
              <a:cxn ang="0">
                <a:pos x="5446" y="531"/>
              </a:cxn>
              <a:cxn ang="0">
                <a:pos x="5446" y="0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tint val="66667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DDE89A"/>
              </a:solidFill>
              <a:latin typeface="+mn-lt"/>
              <a:ea typeface="宋体" charset="-122"/>
              <a:cs typeface="+mn-cs"/>
            </a:endParaRPr>
          </a:p>
        </p:txBody>
      </p:sp>
      <p:sp>
        <p:nvSpPr>
          <p:cNvPr id="1032" name="Rectangle 32">
            <a:extLst>
              <a:ext uri="{FF2B5EF4-FFF2-40B4-BE49-F238E27FC236}">
                <a16:creationId xmlns:a16="http://schemas.microsoft.com/office/drawing/2014/main" id="{FFB39799-ABB1-C955-BB10-A8E0724AA25A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95250" y="6723063"/>
            <a:ext cx="8977313" cy="555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1033" name="Freeform 35">
            <a:extLst>
              <a:ext uri="{FF2B5EF4-FFF2-40B4-BE49-F238E27FC236}">
                <a16:creationId xmlns:a16="http://schemas.microsoft.com/office/drawing/2014/main" id="{041B902E-9F9E-DBC5-7BD3-6945C38A7626}"/>
              </a:ext>
            </a:extLst>
          </p:cNvPr>
          <p:cNvSpPr>
            <a:spLocks/>
          </p:cNvSpPr>
          <p:nvPr/>
        </p:nvSpPr>
        <p:spPr bwMode="gray">
          <a:xfrm>
            <a:off x="6896100" y="1047750"/>
            <a:ext cx="2155825" cy="52388"/>
          </a:xfrm>
          <a:custGeom>
            <a:avLst/>
            <a:gdLst>
              <a:gd name="T0" fmla="*/ 0 w 1358"/>
              <a:gd name="T1" fmla="*/ 2 h 33"/>
              <a:gd name="T2" fmla="*/ 1358 w 1358"/>
              <a:gd name="T3" fmla="*/ 0 h 33"/>
              <a:gd name="T4" fmla="*/ 1356 w 1358"/>
              <a:gd name="T5" fmla="*/ 32 h 33"/>
              <a:gd name="T6" fmla="*/ 60 w 1358"/>
              <a:gd name="T7" fmla="*/ 33 h 33"/>
              <a:gd name="T8" fmla="*/ 0 w 1358"/>
              <a:gd name="T9" fmla="*/ 2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8" h="33">
                <a:moveTo>
                  <a:pt x="0" y="2"/>
                </a:moveTo>
                <a:lnTo>
                  <a:pt x="1358" y="0"/>
                </a:lnTo>
                <a:lnTo>
                  <a:pt x="1356" y="32"/>
                </a:lnTo>
                <a:lnTo>
                  <a:pt x="60" y="33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Rectangle 2">
            <a:extLst>
              <a:ext uri="{FF2B5EF4-FFF2-40B4-BE49-F238E27FC236}">
                <a16:creationId xmlns:a16="http://schemas.microsoft.com/office/drawing/2014/main" id="{B952A1C3-D82E-2045-DDAF-E7C387AD6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238125"/>
            <a:ext cx="64770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5" name="Rectangle 3">
            <a:extLst>
              <a:ext uri="{FF2B5EF4-FFF2-40B4-BE49-F238E27FC236}">
                <a16:creationId xmlns:a16="http://schemas.microsoft.com/office/drawing/2014/main" id="{F99D8E1B-9296-05ED-7A6B-80DDE61F0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38275"/>
            <a:ext cx="82296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C6954D1-9F29-47C9-43E8-EE08DC6FA2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048000" y="6311900"/>
            <a:ext cx="1712913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0000"/>
                </a:solidFill>
                <a:latin typeface="+mn-lt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11F9E2-CDB0-AA97-4E8F-02F9BDFCFE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830763" y="6323013"/>
            <a:ext cx="23114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BC7667-9F19-72A5-6E42-C83C35FE23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7116763" y="6323013"/>
            <a:ext cx="1616075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fld id="{B4058570-1C55-4193-8B98-088044FECCD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9" name="Rectangle 30" descr="7">
            <a:extLst>
              <a:ext uri="{FF2B5EF4-FFF2-40B4-BE49-F238E27FC236}">
                <a16:creationId xmlns:a16="http://schemas.microsoft.com/office/drawing/2014/main" id="{D4D38826-CDF7-8DCC-1A49-11CEEFF1A7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8245475" y="415925"/>
            <a:ext cx="534988" cy="546100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1040" name="Rectangle 31" descr="4">
            <a:extLst>
              <a:ext uri="{FF2B5EF4-FFF2-40B4-BE49-F238E27FC236}">
                <a16:creationId xmlns:a16="http://schemas.microsoft.com/office/drawing/2014/main" id="{C5509A6F-9BFF-E92D-8711-9FA9207F11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0" y="415925"/>
            <a:ext cx="534988" cy="546100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1041" name="Rectangle 36">
            <a:extLst>
              <a:ext uri="{FF2B5EF4-FFF2-40B4-BE49-F238E27FC236}">
                <a16:creationId xmlns:a16="http://schemas.microsoft.com/office/drawing/2014/main" id="{8725F1E1-EE79-F75A-7AE0-CF0A0CBD7B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00875" y="415925"/>
            <a:ext cx="534988" cy="5461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968328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tiff"/><Relationship Id="rId13" Type="http://schemas.openxmlformats.org/officeDocument/2006/relationships/image" Target="../media/image23.jpeg"/><Relationship Id="rId3" Type="http://schemas.openxmlformats.org/officeDocument/2006/relationships/image" Target="../media/image13.tiff"/><Relationship Id="rId7" Type="http://schemas.openxmlformats.org/officeDocument/2006/relationships/image" Target="../media/image17.tiff"/><Relationship Id="rId12" Type="http://schemas.openxmlformats.org/officeDocument/2006/relationships/image" Target="../media/image22.jpeg"/><Relationship Id="rId17" Type="http://schemas.openxmlformats.org/officeDocument/2006/relationships/image" Target="../media/image27.jpeg"/><Relationship Id="rId2" Type="http://schemas.openxmlformats.org/officeDocument/2006/relationships/image" Target="../media/image12.tiff"/><Relationship Id="rId16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tiff"/><Relationship Id="rId11" Type="http://schemas.openxmlformats.org/officeDocument/2006/relationships/image" Target="../media/image21.tiff"/><Relationship Id="rId5" Type="http://schemas.openxmlformats.org/officeDocument/2006/relationships/image" Target="../media/image15.tiff"/><Relationship Id="rId15" Type="http://schemas.openxmlformats.org/officeDocument/2006/relationships/image" Target="../media/image25.tiff"/><Relationship Id="rId10" Type="http://schemas.openxmlformats.org/officeDocument/2006/relationships/image" Target="../media/image20.jpeg"/><Relationship Id="rId4" Type="http://schemas.openxmlformats.org/officeDocument/2006/relationships/image" Target="../media/image14.tiff"/><Relationship Id="rId9" Type="http://schemas.openxmlformats.org/officeDocument/2006/relationships/image" Target="../media/image19.tiff"/><Relationship Id="rId14" Type="http://schemas.openxmlformats.org/officeDocument/2006/relationships/image" Target="../media/image24.tif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tiff"/><Relationship Id="rId13" Type="http://schemas.openxmlformats.org/officeDocument/2006/relationships/image" Target="../media/image39.jpeg"/><Relationship Id="rId3" Type="http://schemas.openxmlformats.org/officeDocument/2006/relationships/image" Target="../media/image29.tiff"/><Relationship Id="rId7" Type="http://schemas.openxmlformats.org/officeDocument/2006/relationships/image" Target="../media/image33.tiff"/><Relationship Id="rId12" Type="http://schemas.openxmlformats.org/officeDocument/2006/relationships/image" Target="../media/image38.jpeg"/><Relationship Id="rId17" Type="http://schemas.openxmlformats.org/officeDocument/2006/relationships/image" Target="../media/image43.jpeg"/><Relationship Id="rId2" Type="http://schemas.openxmlformats.org/officeDocument/2006/relationships/image" Target="../media/image28.tiff"/><Relationship Id="rId16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tiff"/><Relationship Id="rId11" Type="http://schemas.openxmlformats.org/officeDocument/2006/relationships/image" Target="../media/image37.jpeg"/><Relationship Id="rId5" Type="http://schemas.openxmlformats.org/officeDocument/2006/relationships/image" Target="../media/image31.tiff"/><Relationship Id="rId15" Type="http://schemas.openxmlformats.org/officeDocument/2006/relationships/image" Target="../media/image41.jpeg"/><Relationship Id="rId10" Type="http://schemas.openxmlformats.org/officeDocument/2006/relationships/image" Target="../media/image36.jpeg"/><Relationship Id="rId4" Type="http://schemas.openxmlformats.org/officeDocument/2006/relationships/image" Target="../media/image30.tiff"/><Relationship Id="rId9" Type="http://schemas.openxmlformats.org/officeDocument/2006/relationships/image" Target="../media/image35.tiff"/><Relationship Id="rId14" Type="http://schemas.openxmlformats.org/officeDocument/2006/relationships/image" Target="../media/image4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tiff"/><Relationship Id="rId13" Type="http://schemas.openxmlformats.org/officeDocument/2006/relationships/image" Target="../media/image55.tiff"/><Relationship Id="rId3" Type="http://schemas.openxmlformats.org/officeDocument/2006/relationships/image" Target="../media/image45.jpeg"/><Relationship Id="rId7" Type="http://schemas.openxmlformats.org/officeDocument/2006/relationships/image" Target="../media/image49.tiff"/><Relationship Id="rId12" Type="http://schemas.openxmlformats.org/officeDocument/2006/relationships/image" Target="../media/image54.tiff"/><Relationship Id="rId17" Type="http://schemas.openxmlformats.org/officeDocument/2006/relationships/image" Target="../media/image59.tiff"/><Relationship Id="rId2" Type="http://schemas.openxmlformats.org/officeDocument/2006/relationships/image" Target="../media/image44.jpeg"/><Relationship Id="rId16" Type="http://schemas.openxmlformats.org/officeDocument/2006/relationships/image" Target="../media/image58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jpeg"/><Relationship Id="rId11" Type="http://schemas.openxmlformats.org/officeDocument/2006/relationships/image" Target="../media/image53.jpeg"/><Relationship Id="rId5" Type="http://schemas.openxmlformats.org/officeDocument/2006/relationships/image" Target="../media/image47.jpeg"/><Relationship Id="rId15" Type="http://schemas.openxmlformats.org/officeDocument/2006/relationships/image" Target="../media/image57.tiff"/><Relationship Id="rId10" Type="http://schemas.openxmlformats.org/officeDocument/2006/relationships/image" Target="../media/image52.jpeg"/><Relationship Id="rId4" Type="http://schemas.openxmlformats.org/officeDocument/2006/relationships/image" Target="../media/image46.jpeg"/><Relationship Id="rId9" Type="http://schemas.openxmlformats.org/officeDocument/2006/relationships/image" Target="../media/image51.jpeg"/><Relationship Id="rId14" Type="http://schemas.openxmlformats.org/officeDocument/2006/relationships/image" Target="../media/image56.tif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tiff"/><Relationship Id="rId13" Type="http://schemas.openxmlformats.org/officeDocument/2006/relationships/image" Target="../media/image71.jpeg"/><Relationship Id="rId3" Type="http://schemas.openxmlformats.org/officeDocument/2006/relationships/image" Target="../media/image61.tiff"/><Relationship Id="rId7" Type="http://schemas.openxmlformats.org/officeDocument/2006/relationships/image" Target="../media/image65.tiff"/><Relationship Id="rId12" Type="http://schemas.openxmlformats.org/officeDocument/2006/relationships/image" Target="../media/image70.jpeg"/><Relationship Id="rId17" Type="http://schemas.openxmlformats.org/officeDocument/2006/relationships/image" Target="../media/image75.jpeg"/><Relationship Id="rId2" Type="http://schemas.openxmlformats.org/officeDocument/2006/relationships/image" Target="../media/image60.tiff"/><Relationship Id="rId16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tiff"/><Relationship Id="rId11" Type="http://schemas.openxmlformats.org/officeDocument/2006/relationships/image" Target="../media/image69.jpeg"/><Relationship Id="rId5" Type="http://schemas.openxmlformats.org/officeDocument/2006/relationships/image" Target="../media/image63.tiff"/><Relationship Id="rId15" Type="http://schemas.openxmlformats.org/officeDocument/2006/relationships/image" Target="../media/image73.jpeg"/><Relationship Id="rId10" Type="http://schemas.openxmlformats.org/officeDocument/2006/relationships/image" Target="../media/image68.jpeg"/><Relationship Id="rId4" Type="http://schemas.openxmlformats.org/officeDocument/2006/relationships/image" Target="../media/image62.tiff"/><Relationship Id="rId9" Type="http://schemas.openxmlformats.org/officeDocument/2006/relationships/image" Target="../media/image67.tiff"/><Relationship Id="rId14" Type="http://schemas.openxmlformats.org/officeDocument/2006/relationships/image" Target="../media/image72.tif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eg"/><Relationship Id="rId13" Type="http://schemas.openxmlformats.org/officeDocument/2006/relationships/image" Target="../media/image87.jpeg"/><Relationship Id="rId3" Type="http://schemas.openxmlformats.org/officeDocument/2006/relationships/image" Target="../media/image77.tiff"/><Relationship Id="rId7" Type="http://schemas.openxmlformats.org/officeDocument/2006/relationships/image" Target="../media/image81.jpeg"/><Relationship Id="rId12" Type="http://schemas.openxmlformats.org/officeDocument/2006/relationships/image" Target="../media/image86.jpeg"/><Relationship Id="rId17" Type="http://schemas.openxmlformats.org/officeDocument/2006/relationships/image" Target="../media/image91.tiff"/><Relationship Id="rId2" Type="http://schemas.openxmlformats.org/officeDocument/2006/relationships/image" Target="../media/image76.tiff"/><Relationship Id="rId16" Type="http://schemas.openxmlformats.org/officeDocument/2006/relationships/image" Target="../media/image90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eg"/><Relationship Id="rId11" Type="http://schemas.openxmlformats.org/officeDocument/2006/relationships/image" Target="../media/image85.tiff"/><Relationship Id="rId5" Type="http://schemas.openxmlformats.org/officeDocument/2006/relationships/image" Target="../media/image79.jpeg"/><Relationship Id="rId15" Type="http://schemas.openxmlformats.org/officeDocument/2006/relationships/image" Target="../media/image89.tiff"/><Relationship Id="rId10" Type="http://schemas.openxmlformats.org/officeDocument/2006/relationships/image" Target="../media/image84.jpeg"/><Relationship Id="rId4" Type="http://schemas.openxmlformats.org/officeDocument/2006/relationships/image" Target="../media/image78.tiff"/><Relationship Id="rId9" Type="http://schemas.openxmlformats.org/officeDocument/2006/relationships/image" Target="../media/image83.jpeg"/><Relationship Id="rId14" Type="http://schemas.openxmlformats.org/officeDocument/2006/relationships/image" Target="../media/image88.tif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jpeg"/><Relationship Id="rId13" Type="http://schemas.openxmlformats.org/officeDocument/2006/relationships/image" Target="../media/image103.tiff"/><Relationship Id="rId3" Type="http://schemas.openxmlformats.org/officeDocument/2006/relationships/image" Target="../media/image93.tiff"/><Relationship Id="rId7" Type="http://schemas.openxmlformats.org/officeDocument/2006/relationships/image" Target="../media/image97.jpeg"/><Relationship Id="rId12" Type="http://schemas.openxmlformats.org/officeDocument/2006/relationships/image" Target="../media/image102.tiff"/><Relationship Id="rId17" Type="http://schemas.openxmlformats.org/officeDocument/2006/relationships/image" Target="../media/image107.tiff"/><Relationship Id="rId2" Type="http://schemas.openxmlformats.org/officeDocument/2006/relationships/image" Target="../media/image92.jpeg"/><Relationship Id="rId16" Type="http://schemas.openxmlformats.org/officeDocument/2006/relationships/image" Target="../media/image106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jpeg"/><Relationship Id="rId11" Type="http://schemas.openxmlformats.org/officeDocument/2006/relationships/image" Target="../media/image101.tiff"/><Relationship Id="rId5" Type="http://schemas.openxmlformats.org/officeDocument/2006/relationships/image" Target="../media/image95.jpeg"/><Relationship Id="rId15" Type="http://schemas.openxmlformats.org/officeDocument/2006/relationships/image" Target="../media/image105.tiff"/><Relationship Id="rId10" Type="http://schemas.openxmlformats.org/officeDocument/2006/relationships/image" Target="../media/image100.tiff"/><Relationship Id="rId4" Type="http://schemas.openxmlformats.org/officeDocument/2006/relationships/image" Target="../media/image94.jpeg"/><Relationship Id="rId9" Type="http://schemas.openxmlformats.org/officeDocument/2006/relationships/image" Target="../media/image99.jpeg"/><Relationship Id="rId14" Type="http://schemas.openxmlformats.org/officeDocument/2006/relationships/image" Target="../media/image104.tif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jpeg"/><Relationship Id="rId13" Type="http://schemas.openxmlformats.org/officeDocument/2006/relationships/image" Target="../media/image119.jpeg"/><Relationship Id="rId18" Type="http://schemas.openxmlformats.org/officeDocument/2006/relationships/image" Target="../media/image124.jpeg"/><Relationship Id="rId3" Type="http://schemas.openxmlformats.org/officeDocument/2006/relationships/image" Target="../media/image109.jpeg"/><Relationship Id="rId7" Type="http://schemas.openxmlformats.org/officeDocument/2006/relationships/image" Target="../media/image113.jpeg"/><Relationship Id="rId12" Type="http://schemas.openxmlformats.org/officeDocument/2006/relationships/image" Target="../media/image118.jpeg"/><Relationship Id="rId17" Type="http://schemas.openxmlformats.org/officeDocument/2006/relationships/image" Target="../media/image123.tiff"/><Relationship Id="rId2" Type="http://schemas.openxmlformats.org/officeDocument/2006/relationships/image" Target="../media/image108.tiff"/><Relationship Id="rId16" Type="http://schemas.openxmlformats.org/officeDocument/2006/relationships/image" Target="../media/image1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jpeg"/><Relationship Id="rId11" Type="http://schemas.openxmlformats.org/officeDocument/2006/relationships/image" Target="../media/image117.jpeg"/><Relationship Id="rId5" Type="http://schemas.openxmlformats.org/officeDocument/2006/relationships/image" Target="../media/image111.jpeg"/><Relationship Id="rId15" Type="http://schemas.openxmlformats.org/officeDocument/2006/relationships/image" Target="../media/image121.tiff"/><Relationship Id="rId10" Type="http://schemas.openxmlformats.org/officeDocument/2006/relationships/image" Target="../media/image116.jpeg"/><Relationship Id="rId19" Type="http://schemas.openxmlformats.org/officeDocument/2006/relationships/image" Target="../media/image125.jpeg"/><Relationship Id="rId4" Type="http://schemas.openxmlformats.org/officeDocument/2006/relationships/image" Target="../media/image110.jpeg"/><Relationship Id="rId9" Type="http://schemas.openxmlformats.org/officeDocument/2006/relationships/image" Target="../media/image115.jpeg"/><Relationship Id="rId14" Type="http://schemas.openxmlformats.org/officeDocument/2006/relationships/image" Target="../media/image120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1295400" cy="46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24200" y="4419600"/>
            <a:ext cx="5486400" cy="1541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高文花   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轻工科学与工程学院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2025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4" name="矩形 3"/>
          <p:cNvSpPr/>
          <p:nvPr/>
        </p:nvSpPr>
        <p:spPr>
          <a:xfrm>
            <a:off x="1168400" y="2667000"/>
            <a:ext cx="7442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阔叶木纤维特性数据采集思路汇报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4BAC1C-6932-C27D-6017-3D1029847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57200"/>
            <a:ext cx="1219306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90"/>
    </mc:Choice>
    <mc:Fallback xmlns="">
      <p:transition spd="slow" advTm="195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E0AF-0530-459D-20D6-D78CA704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7B56BD5-1172-385A-DF1E-ECA95E4993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漂白阔叶木浆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60D0AA-AA28-6E63-C8DC-1199AE533E4C}"/>
              </a:ext>
            </a:extLst>
          </p:cNvPr>
          <p:cNvSpPr txBox="1"/>
          <p:nvPr/>
        </p:nvSpPr>
        <p:spPr>
          <a:xfrm>
            <a:off x="266700" y="144780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以漂白阔叶木浆为原料，探索打浆工艺与纤维特性的影响，采集相应纤维的特性参数。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529D90-B9EB-E9BD-AB70-A3C37720B30A}"/>
              </a:ext>
            </a:extLst>
          </p:cNvPr>
          <p:cNvSpPr txBox="1"/>
          <p:nvPr/>
        </p:nvSpPr>
        <p:spPr>
          <a:xfrm>
            <a:off x="409575" y="2425818"/>
            <a:ext cx="10668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浆板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178705-357C-FDB2-3BA2-0F1CA63C42A0}"/>
              </a:ext>
            </a:extLst>
          </p:cNvPr>
          <p:cNvSpPr txBox="1"/>
          <p:nvPr/>
        </p:nvSpPr>
        <p:spPr>
          <a:xfrm>
            <a:off x="2057400" y="2425818"/>
            <a:ext cx="162877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打浆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B0C308B-D209-8A3E-3E0D-1DF8573EB132}"/>
              </a:ext>
            </a:extLst>
          </p:cNvPr>
          <p:cNvSpPr/>
          <p:nvPr/>
        </p:nvSpPr>
        <p:spPr>
          <a:xfrm>
            <a:off x="1590675" y="2457693"/>
            <a:ext cx="381000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520BAF-DEB9-0F40-0B1A-CDF66AB06506}"/>
              </a:ext>
            </a:extLst>
          </p:cNvPr>
          <p:cNvSpPr txBox="1"/>
          <p:nvPr/>
        </p:nvSpPr>
        <p:spPr>
          <a:xfrm>
            <a:off x="4295775" y="2425818"/>
            <a:ext cx="17526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梯度打浆转数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0258F8E-E5AD-2D3C-D801-88DE7684C9F2}"/>
              </a:ext>
            </a:extLst>
          </p:cNvPr>
          <p:cNvSpPr/>
          <p:nvPr/>
        </p:nvSpPr>
        <p:spPr>
          <a:xfrm>
            <a:off x="3800475" y="2478104"/>
            <a:ext cx="381000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08E0AC-6816-ABDE-981B-8178DC951465}"/>
              </a:ext>
            </a:extLst>
          </p:cNvPr>
          <p:cNvSpPr txBox="1"/>
          <p:nvPr/>
        </p:nvSpPr>
        <p:spPr>
          <a:xfrm>
            <a:off x="6581775" y="2404204"/>
            <a:ext cx="210502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打浆后纤维特性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C869536-8E75-A8C7-F225-9C8C1F169BF7}"/>
              </a:ext>
            </a:extLst>
          </p:cNvPr>
          <p:cNvSpPr/>
          <p:nvPr/>
        </p:nvSpPr>
        <p:spPr>
          <a:xfrm>
            <a:off x="6124575" y="2457693"/>
            <a:ext cx="381000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CEB639-F11E-90F9-2F29-71784B91B239}"/>
              </a:ext>
            </a:extLst>
          </p:cNvPr>
          <p:cNvSpPr txBox="1"/>
          <p:nvPr/>
        </p:nvSpPr>
        <p:spPr>
          <a:xfrm>
            <a:off x="409575" y="3052832"/>
            <a:ext cx="762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纤维特性：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打浆度、纤维长度、纤维宽度、纤维粗度、扭结指数、卷曲指数、细小纤维含量、纤维形貌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纸张特性：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纸张厚度、孔隙率（定量）、透气度、抗张指数、撕裂指数、耐破指数、耐折指数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812258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F183590-6A15-CAB6-7E9A-8F392B6D06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D931FB-8619-4708-107C-151C23132B42}"/>
              </a:ext>
            </a:extLst>
          </p:cNvPr>
          <p:cNvSpPr txBox="1"/>
          <p:nvPr/>
        </p:nvSpPr>
        <p:spPr>
          <a:xfrm>
            <a:off x="304800" y="1236172"/>
            <a:ext cx="807720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800"/>
              </a:spcAft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</a:rPr>
              <a:t>打浆：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</a:rPr>
              <a:t>原料准备；根据初始打浆实验，设置打浆转数梯度，拟打浆</a:t>
            </a:r>
            <a:r>
              <a:rPr lang="en-US" altLang="zh-CN" sz="2000" dirty="0">
                <a:solidFill>
                  <a:srgbClr val="000000"/>
                </a:solidFill>
              </a:rPr>
              <a:t>30</a:t>
            </a:r>
            <a:r>
              <a:rPr lang="zh-CN" altLang="en-US" sz="2000" dirty="0">
                <a:solidFill>
                  <a:srgbClr val="000000"/>
                </a:solidFill>
              </a:rPr>
              <a:t>组实验。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6C16E73-B277-4FDE-8191-BCCC23FE6E74}"/>
              </a:ext>
            </a:extLst>
          </p:cNvPr>
          <p:cNvSpPr txBox="1"/>
          <p:nvPr/>
        </p:nvSpPr>
        <p:spPr>
          <a:xfrm>
            <a:off x="776967" y="3097620"/>
            <a:ext cx="8001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浆板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BA693-B5CD-D8BA-999F-CBE08CFC12DC}"/>
              </a:ext>
            </a:extLst>
          </p:cNvPr>
          <p:cNvSpPr txBox="1"/>
          <p:nvPr/>
        </p:nvSpPr>
        <p:spPr>
          <a:xfrm>
            <a:off x="2129517" y="3097620"/>
            <a:ext cx="8001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浸泡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B194B4-82AA-12BB-8F9F-F0C95BD144E6}"/>
              </a:ext>
            </a:extLst>
          </p:cNvPr>
          <p:cNvSpPr txBox="1"/>
          <p:nvPr/>
        </p:nvSpPr>
        <p:spPr>
          <a:xfrm>
            <a:off x="3443966" y="3097620"/>
            <a:ext cx="136343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疏解纤维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507653-4B1C-DDE5-630F-4F888AC77332}"/>
              </a:ext>
            </a:extLst>
          </p:cNvPr>
          <p:cNvSpPr txBox="1"/>
          <p:nvPr/>
        </p:nvSpPr>
        <p:spPr>
          <a:xfrm>
            <a:off x="5385707" y="3083592"/>
            <a:ext cx="126206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平衡水分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F35712-B59E-B706-E914-D167E31A51B2}"/>
              </a:ext>
            </a:extLst>
          </p:cNvPr>
          <p:cNvSpPr txBox="1"/>
          <p:nvPr/>
        </p:nvSpPr>
        <p:spPr>
          <a:xfrm>
            <a:off x="7097486" y="3078728"/>
            <a:ext cx="129131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测试水分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0B7145-8835-57F8-706C-7ECE2D963165}"/>
              </a:ext>
            </a:extLst>
          </p:cNvPr>
          <p:cNvSpPr txBox="1"/>
          <p:nvPr/>
        </p:nvSpPr>
        <p:spPr>
          <a:xfrm>
            <a:off x="1186542" y="3935820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称量浆样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85257A5-E467-ED51-6531-FB30EEBEFB37}"/>
              </a:ext>
            </a:extLst>
          </p:cNvPr>
          <p:cNvSpPr txBox="1"/>
          <p:nvPr/>
        </p:nvSpPr>
        <p:spPr>
          <a:xfrm>
            <a:off x="3040516" y="3922153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分组打浆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32240C-CD8B-1EAE-29A6-F93E996D59EC}"/>
              </a:ext>
            </a:extLst>
          </p:cNvPr>
          <p:cNvSpPr txBox="1"/>
          <p:nvPr/>
        </p:nvSpPr>
        <p:spPr>
          <a:xfrm>
            <a:off x="4878162" y="3942846"/>
            <a:ext cx="174171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测试打浆度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511DD1B-C115-1C5B-73C7-15332C464D7F}"/>
              </a:ext>
            </a:extLst>
          </p:cNvPr>
          <p:cNvSpPr/>
          <p:nvPr/>
        </p:nvSpPr>
        <p:spPr>
          <a:xfrm>
            <a:off x="1713138" y="313572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87C4F1B-5F9D-6E81-03E7-87F4592D5A08}"/>
              </a:ext>
            </a:extLst>
          </p:cNvPr>
          <p:cNvSpPr/>
          <p:nvPr/>
        </p:nvSpPr>
        <p:spPr>
          <a:xfrm>
            <a:off x="3079296" y="313572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DDA38597-A4D8-6E3F-C15E-3DC658720889}"/>
              </a:ext>
            </a:extLst>
          </p:cNvPr>
          <p:cNvSpPr/>
          <p:nvPr/>
        </p:nvSpPr>
        <p:spPr>
          <a:xfrm>
            <a:off x="4963205" y="311682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B8E40D28-6D5A-259E-90DF-68A7B6E9C09E}"/>
              </a:ext>
            </a:extLst>
          </p:cNvPr>
          <p:cNvSpPr/>
          <p:nvPr/>
        </p:nvSpPr>
        <p:spPr>
          <a:xfrm>
            <a:off x="6750504" y="311682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D90D799E-4F5E-DF4E-2465-E44ACC895BD2}"/>
              </a:ext>
            </a:extLst>
          </p:cNvPr>
          <p:cNvSpPr/>
          <p:nvPr/>
        </p:nvSpPr>
        <p:spPr>
          <a:xfrm>
            <a:off x="857930" y="393582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E7A91943-8B30-4F6C-20A1-0515D79B20B5}"/>
              </a:ext>
            </a:extLst>
          </p:cNvPr>
          <p:cNvSpPr/>
          <p:nvPr/>
        </p:nvSpPr>
        <p:spPr>
          <a:xfrm>
            <a:off x="2668361" y="395962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C3CA9BCC-9502-13E3-10AE-C75BAC98DF0B}"/>
              </a:ext>
            </a:extLst>
          </p:cNvPr>
          <p:cNvSpPr/>
          <p:nvPr/>
        </p:nvSpPr>
        <p:spPr>
          <a:xfrm>
            <a:off x="4455320" y="3997137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FE253B42-D14A-37FA-4ECF-04EEF110869D}"/>
              </a:ext>
            </a:extLst>
          </p:cNvPr>
          <p:cNvSpPr txBox="1"/>
          <p:nvPr/>
        </p:nvSpPr>
        <p:spPr>
          <a:xfrm>
            <a:off x="2514600" y="609600"/>
            <a:ext cx="403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表</a:t>
            </a:r>
            <a:r>
              <a:rPr lang="en-US" altLang="zh-CN" dirty="0"/>
              <a:t>1. </a:t>
            </a:r>
            <a:r>
              <a:rPr lang="zh-CN" altLang="en-US" dirty="0"/>
              <a:t>阔叶木打浆过程中打浆度的变化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B4237B4-B142-A693-02BF-B3B094682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506113"/>
              </p:ext>
            </p:extLst>
          </p:nvPr>
        </p:nvGraphicFramePr>
        <p:xfrm>
          <a:off x="1866265" y="1143000"/>
          <a:ext cx="5411470" cy="5291280"/>
        </p:xfrm>
        <a:graphic>
          <a:graphicData uri="http://schemas.openxmlformats.org/drawingml/2006/table">
            <a:tbl>
              <a:tblPr firstRow="1" firstCol="1" bandRow="1"/>
              <a:tblGrid>
                <a:gridCol w="2705735">
                  <a:extLst>
                    <a:ext uri="{9D8B030D-6E8A-4147-A177-3AD203B41FA5}">
                      <a16:colId xmlns:a16="http://schemas.microsoft.com/office/drawing/2014/main" val="3020316443"/>
                    </a:ext>
                  </a:extLst>
                </a:gridCol>
                <a:gridCol w="2705735">
                  <a:extLst>
                    <a:ext uri="{9D8B030D-6E8A-4147-A177-3AD203B41FA5}">
                      <a16:colId xmlns:a16="http://schemas.microsoft.com/office/drawing/2014/main" val="34884117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打浆转数</a:t>
                      </a: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/r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打浆度</a:t>
                      </a: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/°SR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91269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567706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674094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20.5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601602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24.5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37320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820233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33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494906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36.4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529240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40.6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27393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42.5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19539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46.5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557100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924123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59.5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283111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47004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69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811196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011556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74.5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76464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2537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886214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81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909900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82.5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953109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145905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59209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992995"/>
                  </a:ext>
                </a:extLst>
              </a:tr>
              <a:tr h="204595"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88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30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63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3A28-6FB1-5015-06F1-19B162E0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6958F3E-1E91-EB84-F423-FEF4B38436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395CB-58CD-4C42-39B7-9DED19027157}"/>
              </a:ext>
            </a:extLst>
          </p:cNvPr>
          <p:cNvSpPr txBox="1"/>
          <p:nvPr/>
        </p:nvSpPr>
        <p:spPr>
          <a:xfrm>
            <a:off x="312622" y="1369429"/>
            <a:ext cx="835819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altLang="zh-CN" sz="2400" b="1" dirty="0">
                <a:solidFill>
                  <a:srgbClr val="000000"/>
                </a:solidFill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</a:rPr>
              <a:t>纤维特性：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</a:rPr>
              <a:t>打浆后原料重新脱水（可在打浆结束后，装入浆袋统一离心脱水，也可以通过装入浆袋中，手动脱水），分散，平衡水分，准备样品，进行检测分析。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E223F0-DE15-DCB0-AF25-7EDC7546E1DA}"/>
              </a:ext>
            </a:extLst>
          </p:cNvPr>
          <p:cNvSpPr txBox="1"/>
          <p:nvPr/>
        </p:nvSpPr>
        <p:spPr>
          <a:xfrm>
            <a:off x="396647" y="3233250"/>
            <a:ext cx="164646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打浆后样品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5B326C-28FA-DCFA-E6AB-9E7A8D007EF4}"/>
              </a:ext>
            </a:extLst>
          </p:cNvPr>
          <p:cNvSpPr txBox="1"/>
          <p:nvPr/>
        </p:nvSpPr>
        <p:spPr>
          <a:xfrm>
            <a:off x="2495551" y="3251071"/>
            <a:ext cx="8001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脱水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888556-F7EE-B2CE-161B-9E4E1AFDCA2A}"/>
              </a:ext>
            </a:extLst>
          </p:cNvPr>
          <p:cNvSpPr txBox="1"/>
          <p:nvPr/>
        </p:nvSpPr>
        <p:spPr>
          <a:xfrm>
            <a:off x="3810000" y="3251071"/>
            <a:ext cx="136343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疏解分散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27D497A-538A-3B7A-1D92-19AA4E067E86}"/>
              </a:ext>
            </a:extLst>
          </p:cNvPr>
          <p:cNvSpPr txBox="1"/>
          <p:nvPr/>
        </p:nvSpPr>
        <p:spPr>
          <a:xfrm>
            <a:off x="5751741" y="3237043"/>
            <a:ext cx="126206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平衡水分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7E224F-A429-BBD5-B572-04345E945F13}"/>
              </a:ext>
            </a:extLst>
          </p:cNvPr>
          <p:cNvSpPr txBox="1"/>
          <p:nvPr/>
        </p:nvSpPr>
        <p:spPr>
          <a:xfrm>
            <a:off x="7463520" y="3232179"/>
            <a:ext cx="129131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测试水分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FE219A-4FFE-13DC-9A39-82B49A5D70F1}"/>
              </a:ext>
            </a:extLst>
          </p:cNvPr>
          <p:cNvSpPr txBox="1"/>
          <p:nvPr/>
        </p:nvSpPr>
        <p:spPr>
          <a:xfrm>
            <a:off x="1569584" y="4286691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称量浆样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14F0763-8B48-597F-C005-EFB9804AF685}"/>
              </a:ext>
            </a:extLst>
          </p:cNvPr>
          <p:cNvSpPr txBox="1"/>
          <p:nvPr/>
        </p:nvSpPr>
        <p:spPr>
          <a:xfrm>
            <a:off x="3423558" y="4273024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纤维分析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B53AA9-87A9-8E08-C374-C9FE56622C8E}"/>
              </a:ext>
            </a:extLst>
          </p:cNvPr>
          <p:cNvSpPr txBox="1"/>
          <p:nvPr/>
        </p:nvSpPr>
        <p:spPr>
          <a:xfrm>
            <a:off x="5329239" y="4273024"/>
            <a:ext cx="174171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纤维特性参数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02A7BA3C-2AE9-C0E0-69A1-4D56BF70BE38}"/>
              </a:ext>
            </a:extLst>
          </p:cNvPr>
          <p:cNvSpPr/>
          <p:nvPr/>
        </p:nvSpPr>
        <p:spPr>
          <a:xfrm>
            <a:off x="2148569" y="3307395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3B3B102-DFE6-49B1-8315-0EBE36F5D784}"/>
              </a:ext>
            </a:extLst>
          </p:cNvPr>
          <p:cNvSpPr/>
          <p:nvPr/>
        </p:nvSpPr>
        <p:spPr>
          <a:xfrm>
            <a:off x="3445330" y="3289171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4D600E42-FF61-ADC8-FC9A-ABEBCF41344A}"/>
              </a:ext>
            </a:extLst>
          </p:cNvPr>
          <p:cNvSpPr/>
          <p:nvPr/>
        </p:nvSpPr>
        <p:spPr>
          <a:xfrm>
            <a:off x="5329239" y="327027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D3D1B2F-FE7F-550B-0C33-7DC37F1EE6A4}"/>
              </a:ext>
            </a:extLst>
          </p:cNvPr>
          <p:cNvSpPr/>
          <p:nvPr/>
        </p:nvSpPr>
        <p:spPr>
          <a:xfrm>
            <a:off x="7116538" y="327027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9BF918A3-6EDB-692B-833F-1C70EF00AE67}"/>
              </a:ext>
            </a:extLst>
          </p:cNvPr>
          <p:cNvSpPr/>
          <p:nvPr/>
        </p:nvSpPr>
        <p:spPr>
          <a:xfrm>
            <a:off x="1240972" y="4286691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1146F66D-8616-0749-B06E-D0CA0A3EB217}"/>
              </a:ext>
            </a:extLst>
          </p:cNvPr>
          <p:cNvSpPr/>
          <p:nvPr/>
        </p:nvSpPr>
        <p:spPr>
          <a:xfrm>
            <a:off x="3051403" y="431049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93D1463A-3ECA-D042-82B5-F8D93FAC6F83}"/>
              </a:ext>
            </a:extLst>
          </p:cNvPr>
          <p:cNvSpPr/>
          <p:nvPr/>
        </p:nvSpPr>
        <p:spPr>
          <a:xfrm>
            <a:off x="4838362" y="434800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95BE6C-1471-2880-F121-B4CAD2ECC1EB}"/>
              </a:ext>
            </a:extLst>
          </p:cNvPr>
          <p:cNvSpPr txBox="1"/>
          <p:nvPr/>
        </p:nvSpPr>
        <p:spPr>
          <a:xfrm>
            <a:off x="7162119" y="3732014"/>
            <a:ext cx="179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固含量约为</a:t>
            </a:r>
            <a:r>
              <a:rPr lang="en-US" altLang="zh-CN" dirty="0">
                <a:solidFill>
                  <a:srgbClr val="000000"/>
                </a:solidFill>
              </a:rPr>
              <a:t>25%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0316F0-C34C-FAA1-F27C-B4FC7E7D5D3A}"/>
              </a:ext>
            </a:extLst>
          </p:cNvPr>
          <p:cNvSpPr txBox="1"/>
          <p:nvPr/>
        </p:nvSpPr>
        <p:spPr>
          <a:xfrm>
            <a:off x="459922" y="3758943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固含量：</a:t>
            </a:r>
            <a:r>
              <a:rPr lang="en-US" altLang="zh-CN" dirty="0">
                <a:solidFill>
                  <a:srgbClr val="000000"/>
                </a:solidFill>
              </a:rPr>
              <a:t>10%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38524B-D354-FF2D-74E8-2B19A7718DFF}"/>
              </a:ext>
            </a:extLst>
          </p:cNvPr>
          <p:cNvSpPr txBox="1"/>
          <p:nvPr/>
        </p:nvSpPr>
        <p:spPr>
          <a:xfrm>
            <a:off x="5005730" y="4848104"/>
            <a:ext cx="2755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纤维分析仪：纤维长度、纤维宽度、纤维粗度、扭结指数、卷曲指数、细小纤维含量</a:t>
            </a:r>
          </a:p>
        </p:txBody>
      </p:sp>
    </p:spTree>
    <p:extLst>
      <p:ext uri="{BB962C8B-B14F-4D97-AF65-F5344CB8AC3E}">
        <p14:creationId xmlns:p14="http://schemas.microsoft.com/office/powerpoint/2010/main" val="469519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065AEBE-A4C7-DD87-9523-C9618011C61D}"/>
              </a:ext>
            </a:extLst>
          </p:cNvPr>
          <p:cNvSpPr txBox="1"/>
          <p:nvPr/>
        </p:nvSpPr>
        <p:spPr>
          <a:xfrm>
            <a:off x="2438400" y="609600"/>
            <a:ext cx="388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2. </a:t>
            </a:r>
            <a:r>
              <a:rPr lang="zh-CN" altLang="en-US" dirty="0"/>
              <a:t>阔叶木纤维形态参数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0A6A22-233B-1BD7-1A2D-3D20FF75B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36507"/>
              </p:ext>
            </p:extLst>
          </p:nvPr>
        </p:nvGraphicFramePr>
        <p:xfrm>
          <a:off x="190502" y="1219200"/>
          <a:ext cx="8762995" cy="5323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509">
                  <a:extLst>
                    <a:ext uri="{9D8B030D-6E8A-4147-A177-3AD203B41FA5}">
                      <a16:colId xmlns:a16="http://schemas.microsoft.com/office/drawing/2014/main" val="99133876"/>
                    </a:ext>
                  </a:extLst>
                </a:gridCol>
                <a:gridCol w="854691">
                  <a:extLst>
                    <a:ext uri="{9D8B030D-6E8A-4147-A177-3AD203B41FA5}">
                      <a16:colId xmlns:a16="http://schemas.microsoft.com/office/drawing/2014/main" val="249207411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97736411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313257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98008707"/>
                    </a:ext>
                  </a:extLst>
                </a:gridCol>
                <a:gridCol w="538250">
                  <a:extLst>
                    <a:ext uri="{9D8B030D-6E8A-4147-A177-3AD203B41FA5}">
                      <a16:colId xmlns:a16="http://schemas.microsoft.com/office/drawing/2014/main" val="4152570669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4259849194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2396279972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41910917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2703485251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780386706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1672586668"/>
                    </a:ext>
                  </a:extLst>
                </a:gridCol>
                <a:gridCol w="587135">
                  <a:extLst>
                    <a:ext uri="{9D8B030D-6E8A-4147-A177-3AD203B41FA5}">
                      <a16:colId xmlns:a16="http://schemas.microsoft.com/office/drawing/2014/main" val="291078637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打浆转数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/r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纤维长度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/mm</a:t>
                      </a: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（算数平均）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纤维长度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/mm</a:t>
                      </a: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（长度加权长）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宽度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μ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粗度（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mg/m</a:t>
                      </a: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扭结角（°）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扭结纤维（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sz="900" b="1" kern="100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sz="900" b="1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弯曲（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分丝帚化长度比（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折断纤维比（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细小纤维（长度比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细小纤维（长度加权比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细小纤维面积比（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084231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0.0542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37.64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6943778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25.38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37.66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262473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0.676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0.758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39.29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5716622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0.754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27.07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41.29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216640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5000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0.744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0.0555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1.278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27.47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42.32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5184812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6000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0.741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0.0569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1.390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42.82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3470239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7000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0.0648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1.272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51.47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7253015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8000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0.734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0.0555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1.395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31.00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37.1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291087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9000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0.705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0.0689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1.492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57.88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9.88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4465531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1.600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32.10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44.40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4.42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7496917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11000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1.518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27.39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8024426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12000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10.6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1.526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43.76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42649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13000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1.610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31.96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45.59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267800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14000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1.756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29.72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47.32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298726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0.0599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1.733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28.93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48.07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7334161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16000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0.0677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1.810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30.47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50.31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513291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17000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1.917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30.27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49.32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3582722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18000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1.981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30.66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9840756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19000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0.0656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2.034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54.89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6798064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0.0661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33.26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51.20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19056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23000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0.0699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2.148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31.94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52.2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57.16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5217427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25000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0.0679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2.280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49.9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56.00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4363705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27000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0.0677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12.3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2.365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34.81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53.0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57.76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6.58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777761"/>
                  </a:ext>
                </a:extLst>
              </a:tr>
              <a:tr h="190076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</a:rPr>
                        <a:t>30000</a:t>
                      </a:r>
                      <a:endParaRPr lang="zh-CN" sz="9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0.564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0.0629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42.3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311" marR="27311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11.5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2.387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32.57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51.8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57.14</a:t>
                      </a:r>
                      <a:endParaRPr lang="zh-CN" altLang="en-US" sz="9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6.53</a:t>
                      </a:r>
                      <a:endParaRPr lang="zh-CN" altLang="en-US" sz="9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6305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11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D73-9E0D-1D25-E372-64B7A2F7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8628990-03F6-7984-144E-ECC09F8236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7F2537-F8CB-3769-76D8-D02AEC8CF739}"/>
              </a:ext>
            </a:extLst>
          </p:cNvPr>
          <p:cNvSpPr txBox="1"/>
          <p:nvPr/>
        </p:nvSpPr>
        <p:spPr>
          <a:xfrm>
            <a:off x="363311" y="1468180"/>
            <a:ext cx="2684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纤维形貌分析：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115E6D-A0ED-119F-785A-45B9C0101EB2}"/>
              </a:ext>
            </a:extLst>
          </p:cNvPr>
          <p:cNvSpPr txBox="1"/>
          <p:nvPr/>
        </p:nvSpPr>
        <p:spPr>
          <a:xfrm>
            <a:off x="501766" y="2421067"/>
            <a:ext cx="226831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配制纤维染色试剂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2A1AC8-EA3D-2A27-FE17-55E0C1E70AF2}"/>
              </a:ext>
            </a:extLst>
          </p:cNvPr>
          <p:cNvSpPr txBox="1"/>
          <p:nvPr/>
        </p:nvSpPr>
        <p:spPr>
          <a:xfrm>
            <a:off x="3264356" y="2418991"/>
            <a:ext cx="260338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取纤维分析用样本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DC2F8D-9C38-B913-7A6B-5CCFDF8D308F}"/>
              </a:ext>
            </a:extLst>
          </p:cNvPr>
          <p:cNvSpPr txBox="1"/>
          <p:nvPr/>
        </p:nvSpPr>
        <p:spPr>
          <a:xfrm>
            <a:off x="6652874" y="2413243"/>
            <a:ext cx="18815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光学显微镜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5DEF638-B177-285A-C09B-32DD536D0A41}"/>
              </a:ext>
            </a:extLst>
          </p:cNvPr>
          <p:cNvSpPr txBox="1"/>
          <p:nvPr/>
        </p:nvSpPr>
        <p:spPr>
          <a:xfrm>
            <a:off x="1828800" y="3352800"/>
            <a:ext cx="333204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不同打浆度下纤维的形貌图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5751849B-1761-C31D-E405-6D203D91F826}"/>
              </a:ext>
            </a:extLst>
          </p:cNvPr>
          <p:cNvSpPr/>
          <p:nvPr/>
        </p:nvSpPr>
        <p:spPr>
          <a:xfrm>
            <a:off x="2872811" y="248948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24317871-489C-F7E9-6F79-5425535B0A7B}"/>
              </a:ext>
            </a:extLst>
          </p:cNvPr>
          <p:cNvSpPr/>
          <p:nvPr/>
        </p:nvSpPr>
        <p:spPr>
          <a:xfrm>
            <a:off x="6127467" y="249667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FF0F3DF1-180E-1834-508A-7F2562759D0A}"/>
              </a:ext>
            </a:extLst>
          </p:cNvPr>
          <p:cNvSpPr/>
          <p:nvPr/>
        </p:nvSpPr>
        <p:spPr>
          <a:xfrm>
            <a:off x="1453925" y="3438237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2F64C16-E5CE-5F7F-6DDA-525CC45C03B3}"/>
              </a:ext>
            </a:extLst>
          </p:cNvPr>
          <p:cNvSpPr txBox="1"/>
          <p:nvPr/>
        </p:nvSpPr>
        <p:spPr>
          <a:xfrm>
            <a:off x="457200" y="4926795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注：形貌图应能清晰展示整根纤维的长度和宽度形貌，且视野内有数根纤维为佳，不能视野内只有一条纤维，纤维样本尽量分散好。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EF0B83-839F-042B-8AC3-09AE508B6E5B}"/>
              </a:ext>
            </a:extLst>
          </p:cNvPr>
          <p:cNvSpPr txBox="1"/>
          <p:nvPr/>
        </p:nvSpPr>
        <p:spPr>
          <a:xfrm>
            <a:off x="1752600" y="3862516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调整放大倍率，所有样品采用相同的倍率。</a:t>
            </a:r>
          </a:p>
        </p:txBody>
      </p:sp>
    </p:spTree>
    <p:extLst>
      <p:ext uri="{BB962C8B-B14F-4D97-AF65-F5344CB8AC3E}">
        <p14:creationId xmlns:p14="http://schemas.microsoft.com/office/powerpoint/2010/main" val="1433628231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117F45-520E-13CC-9239-D06DA0759E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44" y="1120200"/>
            <a:ext cx="1656640" cy="12424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8C3F9E-52CF-86F1-1EE9-B1A7300625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157" y="1120200"/>
            <a:ext cx="1656640" cy="124248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3390A1-98DD-AAB7-1B8F-68149CACD76F}"/>
              </a:ext>
            </a:extLst>
          </p:cNvPr>
          <p:cNvSpPr txBox="1"/>
          <p:nvPr/>
        </p:nvSpPr>
        <p:spPr>
          <a:xfrm>
            <a:off x="355104" y="155677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0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7FB63E-37BB-1DA2-57D0-C95BDE56BA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44" y="3777160"/>
            <a:ext cx="1656000" cy="1242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16A0731-F1CB-717D-E5CA-B05358461A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72" y="3777160"/>
            <a:ext cx="1656000" cy="1242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F1BC4F2-DFC1-FD48-B1D5-F6F2A2DD4DA1}"/>
              </a:ext>
            </a:extLst>
          </p:cNvPr>
          <p:cNvSpPr txBox="1"/>
          <p:nvPr/>
        </p:nvSpPr>
        <p:spPr>
          <a:xfrm>
            <a:off x="355103" y="422353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398C1BA-D3C1-01F6-3285-D87062D421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44" y="5105400"/>
            <a:ext cx="1656000" cy="1242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29F9AF5-A550-09B4-B224-1EA5D56E76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72" y="5105400"/>
            <a:ext cx="1656000" cy="12420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72E3548-9033-3898-91A8-05F071B85D05}"/>
              </a:ext>
            </a:extLst>
          </p:cNvPr>
          <p:cNvSpPr txBox="1"/>
          <p:nvPr/>
        </p:nvSpPr>
        <p:spPr>
          <a:xfrm>
            <a:off x="355102" y="55626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3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0" name="图片 29" descr="空中的风筝&#10;&#10;AI 生成的内容可能不正确。">
            <a:extLst>
              <a:ext uri="{FF2B5EF4-FFF2-40B4-BE49-F238E27FC236}">
                <a16:creationId xmlns:a16="http://schemas.microsoft.com/office/drawing/2014/main" id="{279FD52A-8D74-1726-9635-92A7A50F12D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44" y="2448920"/>
            <a:ext cx="1656000" cy="1242000"/>
          </a:xfrm>
          <a:prstGeom prst="rect">
            <a:avLst/>
          </a:prstGeom>
        </p:spPr>
      </p:pic>
      <p:pic>
        <p:nvPicPr>
          <p:cNvPr id="32" name="图片 31" descr="水里有许多风筝&#10;&#10;AI 生成的内容可能不正确。">
            <a:extLst>
              <a:ext uri="{FF2B5EF4-FFF2-40B4-BE49-F238E27FC236}">
                <a16:creationId xmlns:a16="http://schemas.microsoft.com/office/drawing/2014/main" id="{3DBA610E-E2F9-E054-D701-57F26D1B4C2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72" y="2448920"/>
            <a:ext cx="1656000" cy="1242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D8A72326-E05D-14EC-C757-895AF6310C3C}"/>
              </a:ext>
            </a:extLst>
          </p:cNvPr>
          <p:cNvSpPr txBox="1"/>
          <p:nvPr/>
        </p:nvSpPr>
        <p:spPr>
          <a:xfrm>
            <a:off x="355102" y="29211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0.5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9" name="图片 38" descr="水中的倒影&#10;&#10;AI 生成的内容可能不正确。">
            <a:extLst>
              <a:ext uri="{FF2B5EF4-FFF2-40B4-BE49-F238E27FC236}">
                <a16:creationId xmlns:a16="http://schemas.microsoft.com/office/drawing/2014/main" id="{437975CF-486D-A623-C533-5CCF9F4F19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370" y="1120200"/>
            <a:ext cx="1656000" cy="1242000"/>
          </a:xfrm>
          <a:prstGeom prst="rect">
            <a:avLst/>
          </a:prstGeom>
        </p:spPr>
      </p:pic>
      <p:pic>
        <p:nvPicPr>
          <p:cNvPr id="41" name="图片 40" descr="图片包含 地图&#10;&#10;AI 生成的内容可能不正确。">
            <a:extLst>
              <a:ext uri="{FF2B5EF4-FFF2-40B4-BE49-F238E27FC236}">
                <a16:creationId xmlns:a16="http://schemas.microsoft.com/office/drawing/2014/main" id="{3F647C8C-2293-21C8-FB2B-115D29CC127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228" y="1120200"/>
            <a:ext cx="1656000" cy="1242000"/>
          </a:xfrm>
          <a:prstGeom prst="rect">
            <a:avLst/>
          </a:prstGeom>
        </p:spPr>
      </p:pic>
      <p:pic>
        <p:nvPicPr>
          <p:cNvPr id="43" name="图片 42" descr="图片包含 地图&#10;&#10;AI 生成的内容可能不正确。">
            <a:extLst>
              <a:ext uri="{FF2B5EF4-FFF2-40B4-BE49-F238E27FC236}">
                <a16:creationId xmlns:a16="http://schemas.microsoft.com/office/drawing/2014/main" id="{5D7627C3-6118-B26D-1A62-6222E3422F6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448920"/>
            <a:ext cx="1656000" cy="1242000"/>
          </a:xfrm>
          <a:prstGeom prst="rect">
            <a:avLst/>
          </a:prstGeom>
        </p:spPr>
      </p:pic>
      <p:pic>
        <p:nvPicPr>
          <p:cNvPr id="45" name="图片 44" descr="地图&#10;&#10;AI 生成的内容可能不正确。">
            <a:extLst>
              <a:ext uri="{FF2B5EF4-FFF2-40B4-BE49-F238E27FC236}">
                <a16:creationId xmlns:a16="http://schemas.microsoft.com/office/drawing/2014/main" id="{C4717EC1-B23E-4876-33F7-CAFA3EAC13B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228" y="2448920"/>
            <a:ext cx="1656000" cy="1242000"/>
          </a:xfrm>
          <a:prstGeom prst="rect">
            <a:avLst/>
          </a:prstGeom>
        </p:spPr>
      </p:pic>
      <p:pic>
        <p:nvPicPr>
          <p:cNvPr id="47" name="图片 46" descr="许多彩色的地图&#10;&#10;AI 生成的内容可能不正确。">
            <a:extLst>
              <a:ext uri="{FF2B5EF4-FFF2-40B4-BE49-F238E27FC236}">
                <a16:creationId xmlns:a16="http://schemas.microsoft.com/office/drawing/2014/main" id="{CD0E5155-FF3E-C6E2-8E88-6C78BFEB780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777160"/>
            <a:ext cx="1656000" cy="1242000"/>
          </a:xfrm>
          <a:prstGeom prst="rect">
            <a:avLst/>
          </a:prstGeom>
        </p:spPr>
      </p:pic>
      <p:pic>
        <p:nvPicPr>
          <p:cNvPr id="49" name="图片 48" descr="地图上有蓝色&#10;&#10;AI 生成的内容可能不正确。">
            <a:extLst>
              <a:ext uri="{FF2B5EF4-FFF2-40B4-BE49-F238E27FC236}">
                <a16:creationId xmlns:a16="http://schemas.microsoft.com/office/drawing/2014/main" id="{485AB350-4CAD-E9A4-72D4-324353AA7F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228" y="3776111"/>
            <a:ext cx="1656000" cy="1242000"/>
          </a:xfrm>
          <a:prstGeom prst="rect">
            <a:avLst/>
          </a:prstGeom>
        </p:spPr>
      </p:pic>
      <p:pic>
        <p:nvPicPr>
          <p:cNvPr id="51" name="图片 50" descr="地图上有字&#10;&#10;AI 生成的内容可能不正确。">
            <a:extLst>
              <a:ext uri="{FF2B5EF4-FFF2-40B4-BE49-F238E27FC236}">
                <a16:creationId xmlns:a16="http://schemas.microsoft.com/office/drawing/2014/main" id="{18C9CC8B-8415-DE50-9305-086913164C9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5105400"/>
            <a:ext cx="1656000" cy="1242000"/>
          </a:xfrm>
          <a:prstGeom prst="rect">
            <a:avLst/>
          </a:prstGeom>
        </p:spPr>
      </p:pic>
      <p:pic>
        <p:nvPicPr>
          <p:cNvPr id="53" name="图片 52" descr="图片包含 地图&#10;&#10;AI 生成的内容可能不正确。">
            <a:extLst>
              <a:ext uri="{FF2B5EF4-FFF2-40B4-BE49-F238E27FC236}">
                <a16:creationId xmlns:a16="http://schemas.microsoft.com/office/drawing/2014/main" id="{28EED8E0-0B02-415F-C800-D0F63492795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228" y="5105400"/>
            <a:ext cx="1656000" cy="1242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E0DA238-E932-81ED-4E65-AC33E6B754A7}"/>
              </a:ext>
            </a:extLst>
          </p:cNvPr>
          <p:cNvSpPr txBox="1"/>
          <p:nvPr/>
        </p:nvSpPr>
        <p:spPr>
          <a:xfrm>
            <a:off x="76200" y="494844"/>
            <a:ext cx="822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FFFF"/>
                </a:solidFill>
              </a:rPr>
              <a:t>显微镜图片每个放大倍率对应多张图片，主要是视野中纤维根数不同。</a:t>
            </a:r>
          </a:p>
        </p:txBody>
      </p:sp>
    </p:spTree>
    <p:extLst>
      <p:ext uri="{BB962C8B-B14F-4D97-AF65-F5344CB8AC3E}">
        <p14:creationId xmlns:p14="http://schemas.microsoft.com/office/powerpoint/2010/main" val="375679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512D-5D4E-8F0E-D270-5B6C090A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3DEA0B3-D046-A0EA-C0FD-6D6C283D4EE7}"/>
              </a:ext>
            </a:extLst>
          </p:cNvPr>
          <p:cNvSpPr txBox="1"/>
          <p:nvPr/>
        </p:nvSpPr>
        <p:spPr>
          <a:xfrm>
            <a:off x="324560" y="157957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5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0C0BF7-6B6E-6DB0-CDD4-99E7998B4AA8}"/>
              </a:ext>
            </a:extLst>
          </p:cNvPr>
          <p:cNvSpPr txBox="1"/>
          <p:nvPr/>
        </p:nvSpPr>
        <p:spPr>
          <a:xfrm>
            <a:off x="324559" y="424633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7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B82BDCB-D5EE-1AC5-1B79-F964AC0FB25E}"/>
              </a:ext>
            </a:extLst>
          </p:cNvPr>
          <p:cNvSpPr txBox="1"/>
          <p:nvPr/>
        </p:nvSpPr>
        <p:spPr>
          <a:xfrm>
            <a:off x="324558" y="55854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8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4D9A6A9-B378-7579-2B00-2DCAF590B001}"/>
              </a:ext>
            </a:extLst>
          </p:cNvPr>
          <p:cNvSpPr txBox="1"/>
          <p:nvPr/>
        </p:nvSpPr>
        <p:spPr>
          <a:xfrm>
            <a:off x="324558" y="294391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6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4" name="图片 3" descr="图片包含 户外, 飞行, 风筝, 田地&#10;&#10;AI 生成的内容可能不正确。">
            <a:extLst>
              <a:ext uri="{FF2B5EF4-FFF2-40B4-BE49-F238E27FC236}">
                <a16:creationId xmlns:a16="http://schemas.microsoft.com/office/drawing/2014/main" id="{DCB25674-9329-16F9-1B87-811E14B44C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34" y="1227099"/>
            <a:ext cx="1656000" cy="1242000"/>
          </a:xfrm>
          <a:prstGeom prst="rect">
            <a:avLst/>
          </a:prstGeom>
        </p:spPr>
      </p:pic>
      <p:pic>
        <p:nvPicPr>
          <p:cNvPr id="8" name="图片 7" descr="蓝色的风筝&#10;&#10;AI 生成的内容可能不正确。">
            <a:extLst>
              <a:ext uri="{FF2B5EF4-FFF2-40B4-BE49-F238E27FC236}">
                <a16:creationId xmlns:a16="http://schemas.microsoft.com/office/drawing/2014/main" id="{2CA9EDF0-5DC9-1EFD-E936-361C25D2CF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834" y="1227099"/>
            <a:ext cx="1656000" cy="1242000"/>
          </a:xfrm>
          <a:prstGeom prst="rect">
            <a:avLst/>
          </a:prstGeom>
        </p:spPr>
      </p:pic>
      <p:pic>
        <p:nvPicPr>
          <p:cNvPr id="13" name="图片 12" descr="蓝色的风筝&#10;&#10;AI 生成的内容可能不正确。">
            <a:extLst>
              <a:ext uri="{FF2B5EF4-FFF2-40B4-BE49-F238E27FC236}">
                <a16:creationId xmlns:a16="http://schemas.microsoft.com/office/drawing/2014/main" id="{D8EE4A31-0796-6A89-9093-3F318A8EDC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34" y="2559771"/>
            <a:ext cx="1656000" cy="1242000"/>
          </a:xfrm>
          <a:prstGeom prst="rect">
            <a:avLst/>
          </a:prstGeom>
        </p:spPr>
      </p:pic>
      <p:pic>
        <p:nvPicPr>
          <p:cNvPr id="17" name="图片 16" descr="图片包含 户外, 水, 风筝, 飞行&#10;&#10;AI 生成的内容可能不正确。">
            <a:extLst>
              <a:ext uri="{FF2B5EF4-FFF2-40B4-BE49-F238E27FC236}">
                <a16:creationId xmlns:a16="http://schemas.microsoft.com/office/drawing/2014/main" id="{02441FA9-CD1E-2EF0-349D-DC632FA4D9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044" y="2559771"/>
            <a:ext cx="1656000" cy="1242000"/>
          </a:xfrm>
          <a:prstGeom prst="rect">
            <a:avLst/>
          </a:prstGeom>
        </p:spPr>
      </p:pic>
      <p:pic>
        <p:nvPicPr>
          <p:cNvPr id="22" name="图片 21" descr="许多风筝在天上飞&#10;&#10;AI 生成的内容可能不正确。">
            <a:extLst>
              <a:ext uri="{FF2B5EF4-FFF2-40B4-BE49-F238E27FC236}">
                <a16:creationId xmlns:a16="http://schemas.microsoft.com/office/drawing/2014/main" id="{9D335931-AA2E-4981-4848-B7A2271FF2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34" y="3862156"/>
            <a:ext cx="1656000" cy="1242000"/>
          </a:xfrm>
          <a:prstGeom prst="rect">
            <a:avLst/>
          </a:prstGeom>
        </p:spPr>
      </p:pic>
      <p:pic>
        <p:nvPicPr>
          <p:cNvPr id="26" name="图片 25" descr="图片包含 户外, 飞行, 风筝, 人们&#10;&#10;AI 生成的内容可能不正确。">
            <a:extLst>
              <a:ext uri="{FF2B5EF4-FFF2-40B4-BE49-F238E27FC236}">
                <a16:creationId xmlns:a16="http://schemas.microsoft.com/office/drawing/2014/main" id="{6DE5BD79-DA23-3888-D55F-A81D5F43B1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044" y="3862156"/>
            <a:ext cx="1656000" cy="1242000"/>
          </a:xfrm>
          <a:prstGeom prst="rect">
            <a:avLst/>
          </a:prstGeom>
        </p:spPr>
      </p:pic>
      <p:pic>
        <p:nvPicPr>
          <p:cNvPr id="31" name="图片 30" descr="图片包含 户外, 风筝, 飞行, 草&#10;&#10;AI 生成的内容可能不正确。">
            <a:extLst>
              <a:ext uri="{FF2B5EF4-FFF2-40B4-BE49-F238E27FC236}">
                <a16:creationId xmlns:a16="http://schemas.microsoft.com/office/drawing/2014/main" id="{3AB78DDB-1B3F-900F-3DC7-06188D56407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15" y="5181600"/>
            <a:ext cx="1656000" cy="1242000"/>
          </a:xfrm>
          <a:prstGeom prst="rect">
            <a:avLst/>
          </a:prstGeom>
        </p:spPr>
      </p:pic>
      <p:pic>
        <p:nvPicPr>
          <p:cNvPr id="35" name="图片 34" descr="蓝色的天空中飞行&#10;&#10;AI 生成的内容可能不正确。">
            <a:extLst>
              <a:ext uri="{FF2B5EF4-FFF2-40B4-BE49-F238E27FC236}">
                <a16:creationId xmlns:a16="http://schemas.microsoft.com/office/drawing/2014/main" id="{E4FD09BC-A9DE-DFAE-334F-6E37E59E3F9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34" y="5181600"/>
            <a:ext cx="1656000" cy="1242000"/>
          </a:xfrm>
          <a:prstGeom prst="rect">
            <a:avLst/>
          </a:prstGeom>
        </p:spPr>
      </p:pic>
      <p:pic>
        <p:nvPicPr>
          <p:cNvPr id="39" name="图片 38" descr="蓝色的地图&#10;&#10;AI 生成的内容可能不正确。">
            <a:extLst>
              <a:ext uri="{FF2B5EF4-FFF2-40B4-BE49-F238E27FC236}">
                <a16:creationId xmlns:a16="http://schemas.microsoft.com/office/drawing/2014/main" id="{4C3D5A23-7558-124F-92A4-397D3334E12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449" y="1227099"/>
            <a:ext cx="1656000" cy="1242000"/>
          </a:xfrm>
          <a:prstGeom prst="rect">
            <a:avLst/>
          </a:prstGeom>
        </p:spPr>
      </p:pic>
      <p:pic>
        <p:nvPicPr>
          <p:cNvPr id="41" name="图片 40" descr="图片包含 户外, 水, 鸟, 画&#10;&#10;AI 生成的内容可能不正确。">
            <a:extLst>
              <a:ext uri="{FF2B5EF4-FFF2-40B4-BE49-F238E27FC236}">
                <a16:creationId xmlns:a16="http://schemas.microsoft.com/office/drawing/2014/main" id="{4224B5AE-9C9F-F185-661A-C10776EE0B3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063" y="1227099"/>
            <a:ext cx="1656000" cy="1242000"/>
          </a:xfrm>
          <a:prstGeom prst="rect">
            <a:avLst/>
          </a:prstGeom>
        </p:spPr>
      </p:pic>
      <p:pic>
        <p:nvPicPr>
          <p:cNvPr id="43" name="图片 42" descr="卡通人物&#10;&#10;AI 生成的内容可能不正确。">
            <a:extLst>
              <a:ext uri="{FF2B5EF4-FFF2-40B4-BE49-F238E27FC236}">
                <a16:creationId xmlns:a16="http://schemas.microsoft.com/office/drawing/2014/main" id="{06019008-9D74-7A14-9834-E701F48C5E7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54" y="2559771"/>
            <a:ext cx="1656000" cy="1242000"/>
          </a:xfrm>
          <a:prstGeom prst="rect">
            <a:avLst/>
          </a:prstGeom>
        </p:spPr>
      </p:pic>
      <p:pic>
        <p:nvPicPr>
          <p:cNvPr id="45" name="图片 44" descr="水中的倒影&#10;&#10;AI 生成的内容可能不正确。">
            <a:extLst>
              <a:ext uri="{FF2B5EF4-FFF2-40B4-BE49-F238E27FC236}">
                <a16:creationId xmlns:a16="http://schemas.microsoft.com/office/drawing/2014/main" id="{AC6873FC-F41D-702D-FF31-CB111F6BB5A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063" y="2559771"/>
            <a:ext cx="1656000" cy="1242000"/>
          </a:xfrm>
          <a:prstGeom prst="rect">
            <a:avLst/>
          </a:prstGeom>
        </p:spPr>
      </p:pic>
      <p:pic>
        <p:nvPicPr>
          <p:cNvPr id="47" name="图片 46" descr="地图上有字&#10;&#10;AI 生成的内容可能不正确。">
            <a:extLst>
              <a:ext uri="{FF2B5EF4-FFF2-40B4-BE49-F238E27FC236}">
                <a16:creationId xmlns:a16="http://schemas.microsoft.com/office/drawing/2014/main" id="{6720288F-98E4-00C4-CE43-2121516CDB3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54" y="3862156"/>
            <a:ext cx="1656000" cy="1242000"/>
          </a:xfrm>
          <a:prstGeom prst="rect">
            <a:avLst/>
          </a:prstGeom>
        </p:spPr>
      </p:pic>
      <p:pic>
        <p:nvPicPr>
          <p:cNvPr id="49" name="图片 48" descr="蓝色的天空&#10;&#10;AI 生成的内容可能不正确。">
            <a:extLst>
              <a:ext uri="{FF2B5EF4-FFF2-40B4-BE49-F238E27FC236}">
                <a16:creationId xmlns:a16="http://schemas.microsoft.com/office/drawing/2014/main" id="{9AF38700-8341-95EA-9683-72FC4A29F14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063" y="3862156"/>
            <a:ext cx="1656000" cy="1242000"/>
          </a:xfrm>
          <a:prstGeom prst="rect">
            <a:avLst/>
          </a:prstGeom>
        </p:spPr>
      </p:pic>
      <p:pic>
        <p:nvPicPr>
          <p:cNvPr id="51" name="图片 50" descr="卡通人物&#10;&#10;AI 生成的内容可能不正确。">
            <a:extLst>
              <a:ext uri="{FF2B5EF4-FFF2-40B4-BE49-F238E27FC236}">
                <a16:creationId xmlns:a16="http://schemas.microsoft.com/office/drawing/2014/main" id="{B3D8D785-E882-1CB8-4D89-E301BC9A1E6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54" y="5181600"/>
            <a:ext cx="1656000" cy="124200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25528241-F997-9CFC-4073-8E574681C3D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063" y="5181600"/>
            <a:ext cx="1656000" cy="1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4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0222-92C8-60C0-C4C6-6E8FD65E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3F8B2970-A264-A9A5-53CD-2843BE5372A8}"/>
              </a:ext>
            </a:extLst>
          </p:cNvPr>
          <p:cNvSpPr txBox="1"/>
          <p:nvPr/>
        </p:nvSpPr>
        <p:spPr>
          <a:xfrm>
            <a:off x="324560" y="157957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9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F84BBC-E2BF-AA00-B712-4E3A29FF7234}"/>
              </a:ext>
            </a:extLst>
          </p:cNvPr>
          <p:cNvSpPr txBox="1"/>
          <p:nvPr/>
        </p:nvSpPr>
        <p:spPr>
          <a:xfrm>
            <a:off x="324559" y="4246334"/>
            <a:ext cx="680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11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1AEFA1-A923-67B9-65C2-A1193F2E641B}"/>
              </a:ext>
            </a:extLst>
          </p:cNvPr>
          <p:cNvSpPr txBox="1"/>
          <p:nvPr/>
        </p:nvSpPr>
        <p:spPr>
          <a:xfrm>
            <a:off x="324558" y="55854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12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ACD41D0-B9C6-C625-8CB9-7173AD6EFD21}"/>
              </a:ext>
            </a:extLst>
          </p:cNvPr>
          <p:cNvSpPr txBox="1"/>
          <p:nvPr/>
        </p:nvSpPr>
        <p:spPr>
          <a:xfrm>
            <a:off x="324558" y="29439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10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" name="图片 2" descr="在树枝上的修图&#10;&#10;AI 生成的内容可能不正确。">
            <a:extLst>
              <a:ext uri="{FF2B5EF4-FFF2-40B4-BE49-F238E27FC236}">
                <a16:creationId xmlns:a16="http://schemas.microsoft.com/office/drawing/2014/main" id="{CBAE42FB-BBBA-C1BF-E29F-87A672488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728" y="1214035"/>
            <a:ext cx="1656000" cy="1242000"/>
          </a:xfrm>
          <a:prstGeom prst="rect">
            <a:avLst/>
          </a:prstGeom>
        </p:spPr>
      </p:pic>
      <p:pic>
        <p:nvPicPr>
          <p:cNvPr id="6" name="图片 5" descr="水中的倒影&#10;&#10;AI 生成的内容可能不正确。">
            <a:extLst>
              <a:ext uri="{FF2B5EF4-FFF2-40B4-BE49-F238E27FC236}">
                <a16:creationId xmlns:a16="http://schemas.microsoft.com/office/drawing/2014/main" id="{D6F373AC-0B74-B948-4510-A4A56A2716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992" y="1214035"/>
            <a:ext cx="1656000" cy="1242000"/>
          </a:xfrm>
          <a:prstGeom prst="rect">
            <a:avLst/>
          </a:prstGeom>
        </p:spPr>
      </p:pic>
      <p:pic>
        <p:nvPicPr>
          <p:cNvPr id="9" name="图片 8" descr="树林旁的地图&#10;&#10;AI 生成的内容可能不正确。">
            <a:extLst>
              <a:ext uri="{FF2B5EF4-FFF2-40B4-BE49-F238E27FC236}">
                <a16:creationId xmlns:a16="http://schemas.microsoft.com/office/drawing/2014/main" id="{ED2FFD59-DC2C-9BBD-E88F-1A79B9D4E1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728" y="2550744"/>
            <a:ext cx="1656000" cy="1242000"/>
          </a:xfrm>
          <a:prstGeom prst="rect">
            <a:avLst/>
          </a:prstGeom>
        </p:spPr>
      </p:pic>
      <p:pic>
        <p:nvPicPr>
          <p:cNvPr id="18" name="图片 17" descr="地图上有字&#10;&#10;AI 生成的内容可能不正确。">
            <a:extLst>
              <a:ext uri="{FF2B5EF4-FFF2-40B4-BE49-F238E27FC236}">
                <a16:creationId xmlns:a16="http://schemas.microsoft.com/office/drawing/2014/main" id="{58279D35-E0EA-54E8-A03E-18232AD915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992" y="3887453"/>
            <a:ext cx="1656000" cy="1242000"/>
          </a:xfrm>
          <a:prstGeom prst="rect">
            <a:avLst/>
          </a:prstGeom>
        </p:spPr>
      </p:pic>
      <p:pic>
        <p:nvPicPr>
          <p:cNvPr id="24" name="图片 23" descr="水中的倒影&#10;&#10;AI 生成的内容可能不正确。">
            <a:extLst>
              <a:ext uri="{FF2B5EF4-FFF2-40B4-BE49-F238E27FC236}">
                <a16:creationId xmlns:a16="http://schemas.microsoft.com/office/drawing/2014/main" id="{924917BD-C5ED-6765-46D3-D04862BD04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992" y="5224163"/>
            <a:ext cx="1656000" cy="1242000"/>
          </a:xfrm>
          <a:prstGeom prst="rect">
            <a:avLst/>
          </a:prstGeom>
        </p:spPr>
      </p:pic>
      <p:pic>
        <p:nvPicPr>
          <p:cNvPr id="27" name="图片 26" descr="图片包含 户外, 飞行, 风筝, 水&#10;&#10;AI 生成的内容可能不正确。">
            <a:extLst>
              <a:ext uri="{FF2B5EF4-FFF2-40B4-BE49-F238E27FC236}">
                <a16:creationId xmlns:a16="http://schemas.microsoft.com/office/drawing/2014/main" id="{0A7CF411-010A-2363-526B-2A443C2219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14035"/>
            <a:ext cx="1656000" cy="1242000"/>
          </a:xfrm>
          <a:prstGeom prst="rect">
            <a:avLst/>
          </a:prstGeom>
        </p:spPr>
      </p:pic>
      <p:pic>
        <p:nvPicPr>
          <p:cNvPr id="30" name="图片 29" descr="图片包含 户外, 风筝, 飞行, 大&#10;&#10;AI 生成的内容可能不正确。">
            <a:extLst>
              <a:ext uri="{FF2B5EF4-FFF2-40B4-BE49-F238E27FC236}">
                <a16:creationId xmlns:a16="http://schemas.microsoft.com/office/drawing/2014/main" id="{ED75F837-73CD-B24A-9D05-69DCC24CEE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64" y="1214035"/>
            <a:ext cx="1656000" cy="1242000"/>
          </a:xfrm>
          <a:prstGeom prst="rect">
            <a:avLst/>
          </a:prstGeom>
        </p:spPr>
      </p:pic>
      <p:pic>
        <p:nvPicPr>
          <p:cNvPr id="33" name="图片 32" descr="水中的树&#10;&#10;AI 生成的内容可能不正确。">
            <a:extLst>
              <a:ext uri="{FF2B5EF4-FFF2-40B4-BE49-F238E27FC236}">
                <a16:creationId xmlns:a16="http://schemas.microsoft.com/office/drawing/2014/main" id="{B0C66F5F-144E-38D4-7590-0F8F5291E6F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728" y="5224163"/>
            <a:ext cx="1656000" cy="1242000"/>
          </a:xfrm>
          <a:prstGeom prst="rect">
            <a:avLst/>
          </a:prstGeom>
        </p:spPr>
      </p:pic>
      <p:pic>
        <p:nvPicPr>
          <p:cNvPr id="36" name="图片 35" descr="水中的倒影&#10;&#10;AI 生成的内容可能不正确。">
            <a:extLst>
              <a:ext uri="{FF2B5EF4-FFF2-40B4-BE49-F238E27FC236}">
                <a16:creationId xmlns:a16="http://schemas.microsoft.com/office/drawing/2014/main" id="{5B63DB15-22C0-FEAD-19BB-DFEEEB784EA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728" y="3887453"/>
            <a:ext cx="1656000" cy="1242000"/>
          </a:xfrm>
          <a:prstGeom prst="rect">
            <a:avLst/>
          </a:prstGeom>
        </p:spPr>
      </p:pic>
      <p:pic>
        <p:nvPicPr>
          <p:cNvPr id="40" name="图片 39" descr="一些文字和图案&#10;&#10;AI 生成的内容可能不正确。">
            <a:extLst>
              <a:ext uri="{FF2B5EF4-FFF2-40B4-BE49-F238E27FC236}">
                <a16:creationId xmlns:a16="http://schemas.microsoft.com/office/drawing/2014/main" id="{B0865DF9-FBF3-CDC3-88A6-2A38442D520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992" y="2550744"/>
            <a:ext cx="1656000" cy="1242000"/>
          </a:xfrm>
          <a:prstGeom prst="rect">
            <a:avLst/>
          </a:prstGeom>
        </p:spPr>
      </p:pic>
      <p:pic>
        <p:nvPicPr>
          <p:cNvPr id="44" name="图片 43" descr="图片包含 户外, 风筝, 飞行, 动物&#10;&#10;AI 生成的内容可能不正确。">
            <a:extLst>
              <a:ext uri="{FF2B5EF4-FFF2-40B4-BE49-F238E27FC236}">
                <a16:creationId xmlns:a16="http://schemas.microsoft.com/office/drawing/2014/main" id="{BCE078B4-09E5-0144-0B58-33B1E4D5FAD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50744"/>
            <a:ext cx="1656000" cy="1242000"/>
          </a:xfrm>
          <a:prstGeom prst="rect">
            <a:avLst/>
          </a:prstGeom>
        </p:spPr>
      </p:pic>
      <p:pic>
        <p:nvPicPr>
          <p:cNvPr id="48" name="图片 47" descr="蓝色的天空&#10;&#10;AI 生成的内容可能不正确。">
            <a:extLst>
              <a:ext uri="{FF2B5EF4-FFF2-40B4-BE49-F238E27FC236}">
                <a16:creationId xmlns:a16="http://schemas.microsoft.com/office/drawing/2014/main" id="{24FD8DDB-3802-C2F5-3250-5055CD3ED70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64" y="2550744"/>
            <a:ext cx="1656000" cy="1242000"/>
          </a:xfrm>
          <a:prstGeom prst="rect">
            <a:avLst/>
          </a:prstGeom>
        </p:spPr>
      </p:pic>
      <p:pic>
        <p:nvPicPr>
          <p:cNvPr id="52" name="图片 51" descr="蓝色的天空中飘着许多叶子&#10;&#10;AI 生成的内容可能不正确。">
            <a:extLst>
              <a:ext uri="{FF2B5EF4-FFF2-40B4-BE49-F238E27FC236}">
                <a16:creationId xmlns:a16="http://schemas.microsoft.com/office/drawing/2014/main" id="{DBCCEB71-1278-AC4E-DDE1-2E649B48A6F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64" y="3887453"/>
            <a:ext cx="1656000" cy="1242000"/>
          </a:xfrm>
          <a:prstGeom prst="rect">
            <a:avLst/>
          </a:prstGeom>
        </p:spPr>
      </p:pic>
      <p:pic>
        <p:nvPicPr>
          <p:cNvPr id="55" name="图片 54" descr="水里有许多鱼&#10;&#10;AI 生成的内容可能不正确。">
            <a:extLst>
              <a:ext uri="{FF2B5EF4-FFF2-40B4-BE49-F238E27FC236}">
                <a16:creationId xmlns:a16="http://schemas.microsoft.com/office/drawing/2014/main" id="{05D99563-F3EA-B271-41D0-88C975D9D95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887453"/>
            <a:ext cx="1656000" cy="1242000"/>
          </a:xfrm>
          <a:prstGeom prst="rect">
            <a:avLst/>
          </a:prstGeom>
        </p:spPr>
      </p:pic>
      <p:pic>
        <p:nvPicPr>
          <p:cNvPr id="57" name="图片 56" descr="图片包含 飞行, 风筝, 户外, 水&#10;&#10;AI 生成的内容可能不正确。">
            <a:extLst>
              <a:ext uri="{FF2B5EF4-FFF2-40B4-BE49-F238E27FC236}">
                <a16:creationId xmlns:a16="http://schemas.microsoft.com/office/drawing/2014/main" id="{EE86528B-FE7C-555B-644A-79E9AE65D7F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224163"/>
            <a:ext cx="1656000" cy="1242000"/>
          </a:xfrm>
          <a:prstGeom prst="rect">
            <a:avLst/>
          </a:prstGeom>
        </p:spPr>
      </p:pic>
      <p:pic>
        <p:nvPicPr>
          <p:cNvPr id="59" name="图片 58" descr="图片包含 户外, 风筝, 飞行, 大&#10;&#10;AI 生成的内容可能不正确。">
            <a:extLst>
              <a:ext uri="{FF2B5EF4-FFF2-40B4-BE49-F238E27FC236}">
                <a16:creationId xmlns:a16="http://schemas.microsoft.com/office/drawing/2014/main" id="{2C5C1F7F-AE90-C36B-557C-78BEDB2AE5D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64" y="5224163"/>
            <a:ext cx="1656000" cy="1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37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370DF-8BF5-80DF-E817-C0356326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4D95540-5E0B-6D29-A538-89604E051317}"/>
              </a:ext>
            </a:extLst>
          </p:cNvPr>
          <p:cNvSpPr txBox="1"/>
          <p:nvPr/>
        </p:nvSpPr>
        <p:spPr>
          <a:xfrm>
            <a:off x="324560" y="15795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13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40E2D4A-7BE4-2617-EC4E-DF4F53FE1FFC}"/>
              </a:ext>
            </a:extLst>
          </p:cNvPr>
          <p:cNvSpPr txBox="1"/>
          <p:nvPr/>
        </p:nvSpPr>
        <p:spPr>
          <a:xfrm>
            <a:off x="324559" y="424633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15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1D15C3-40E1-55E9-766A-CB5286EEB0BF}"/>
              </a:ext>
            </a:extLst>
          </p:cNvPr>
          <p:cNvSpPr txBox="1"/>
          <p:nvPr/>
        </p:nvSpPr>
        <p:spPr>
          <a:xfrm>
            <a:off x="324558" y="55854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16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C4173AF-EA23-9BFE-0BB3-9E9F8B8C1E48}"/>
              </a:ext>
            </a:extLst>
          </p:cNvPr>
          <p:cNvSpPr txBox="1"/>
          <p:nvPr/>
        </p:nvSpPr>
        <p:spPr>
          <a:xfrm>
            <a:off x="324558" y="29439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14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4" name="图片 3" descr="一群不同颜色的风筝&#10;&#10;AI 生成的内容可能不正确。">
            <a:extLst>
              <a:ext uri="{FF2B5EF4-FFF2-40B4-BE49-F238E27FC236}">
                <a16:creationId xmlns:a16="http://schemas.microsoft.com/office/drawing/2014/main" id="{C2E036C5-2FE9-4318-C549-ADE9A8B04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00" y="1219200"/>
            <a:ext cx="1656000" cy="1242000"/>
          </a:xfrm>
          <a:prstGeom prst="rect">
            <a:avLst/>
          </a:prstGeom>
        </p:spPr>
      </p:pic>
      <p:pic>
        <p:nvPicPr>
          <p:cNvPr id="7" name="图片 6" descr="空中有许多风筝&#10;&#10;AI 生成的内容可能不正确。">
            <a:extLst>
              <a:ext uri="{FF2B5EF4-FFF2-40B4-BE49-F238E27FC236}">
                <a16:creationId xmlns:a16="http://schemas.microsoft.com/office/drawing/2014/main" id="{16FCDFC2-A3C0-FC8B-F477-8DDC4E86B1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344" y="1219200"/>
            <a:ext cx="1656000" cy="1242000"/>
          </a:xfrm>
          <a:prstGeom prst="rect">
            <a:avLst/>
          </a:prstGeom>
        </p:spPr>
      </p:pic>
      <p:pic>
        <p:nvPicPr>
          <p:cNvPr id="11" name="图片 10" descr="蓝色的风筝&#10;&#10;AI 生成的内容可能不正确。">
            <a:extLst>
              <a:ext uri="{FF2B5EF4-FFF2-40B4-BE49-F238E27FC236}">
                <a16:creationId xmlns:a16="http://schemas.microsoft.com/office/drawing/2014/main" id="{08753403-3491-F60A-0014-AC8A3D2435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00" y="2565600"/>
            <a:ext cx="1656000" cy="1242000"/>
          </a:xfrm>
          <a:prstGeom prst="rect">
            <a:avLst/>
          </a:prstGeom>
        </p:spPr>
      </p:pic>
      <p:pic>
        <p:nvPicPr>
          <p:cNvPr id="13" name="图片 12" descr="图片包含 户外, 飞行, 风筝, 一群&#10;&#10;AI 生成的内容可能不正确。">
            <a:extLst>
              <a:ext uri="{FF2B5EF4-FFF2-40B4-BE49-F238E27FC236}">
                <a16:creationId xmlns:a16="http://schemas.microsoft.com/office/drawing/2014/main" id="{F132FBED-322C-DD3A-C6FE-E53D00717B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344" y="2565600"/>
            <a:ext cx="1656000" cy="1242000"/>
          </a:xfrm>
          <a:prstGeom prst="rect">
            <a:avLst/>
          </a:prstGeom>
        </p:spPr>
      </p:pic>
      <p:pic>
        <p:nvPicPr>
          <p:cNvPr id="15" name="图片 14" descr="蓝色的天空中飘着许多叶子&#10;&#10;AI 生成的内容可能不正确。">
            <a:extLst>
              <a:ext uri="{FF2B5EF4-FFF2-40B4-BE49-F238E27FC236}">
                <a16:creationId xmlns:a16="http://schemas.microsoft.com/office/drawing/2014/main" id="{AD8BD341-A444-A4D5-E69C-08ACF9CA5F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344" y="3883800"/>
            <a:ext cx="1656000" cy="1242000"/>
          </a:xfrm>
          <a:prstGeom prst="rect">
            <a:avLst/>
          </a:prstGeom>
        </p:spPr>
      </p:pic>
      <p:pic>
        <p:nvPicPr>
          <p:cNvPr id="17" name="图片 16" descr="蓝色的风筝&#10;&#10;AI 生成的内容可能不正确。">
            <a:extLst>
              <a:ext uri="{FF2B5EF4-FFF2-40B4-BE49-F238E27FC236}">
                <a16:creationId xmlns:a16="http://schemas.microsoft.com/office/drawing/2014/main" id="{EA417A26-69CC-DA79-1442-957CCBFBA9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00" y="3883800"/>
            <a:ext cx="1656000" cy="1242000"/>
          </a:xfrm>
          <a:prstGeom prst="rect">
            <a:avLst/>
          </a:prstGeom>
        </p:spPr>
      </p:pic>
      <p:pic>
        <p:nvPicPr>
          <p:cNvPr id="21" name="图片 20" descr="图片包含 户外, 飞行, 风筝, 人们&#10;&#10;AI 生成的内容可能不正确。">
            <a:extLst>
              <a:ext uri="{FF2B5EF4-FFF2-40B4-BE49-F238E27FC236}">
                <a16:creationId xmlns:a16="http://schemas.microsoft.com/office/drawing/2014/main" id="{FBA1FB1D-C432-4079-CA56-457BBE5B03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00" y="5208226"/>
            <a:ext cx="1656000" cy="1242000"/>
          </a:xfrm>
          <a:prstGeom prst="rect">
            <a:avLst/>
          </a:prstGeom>
        </p:spPr>
      </p:pic>
      <p:pic>
        <p:nvPicPr>
          <p:cNvPr id="23" name="图片 22" descr="图片包含 户外, 鸟, 大, 一群&#10;&#10;AI 生成的内容可能不正确。">
            <a:extLst>
              <a:ext uri="{FF2B5EF4-FFF2-40B4-BE49-F238E27FC236}">
                <a16:creationId xmlns:a16="http://schemas.microsoft.com/office/drawing/2014/main" id="{2F5E282B-17FB-DA6A-46D6-BB9933DD0F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344" y="5208226"/>
            <a:ext cx="1656000" cy="1242000"/>
          </a:xfrm>
          <a:prstGeom prst="rect">
            <a:avLst/>
          </a:prstGeom>
        </p:spPr>
      </p:pic>
      <p:pic>
        <p:nvPicPr>
          <p:cNvPr id="26" name="图片 25" descr="树林里&#10;&#10;AI 生成的内容可能不正确。">
            <a:extLst>
              <a:ext uri="{FF2B5EF4-FFF2-40B4-BE49-F238E27FC236}">
                <a16:creationId xmlns:a16="http://schemas.microsoft.com/office/drawing/2014/main" id="{9A1D895E-9F36-3F99-53DD-0906B2AE33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488" y="1219200"/>
            <a:ext cx="1656000" cy="1242000"/>
          </a:xfrm>
          <a:prstGeom prst="rect">
            <a:avLst/>
          </a:prstGeom>
        </p:spPr>
      </p:pic>
      <p:pic>
        <p:nvPicPr>
          <p:cNvPr id="31" name="图片 30" descr="一棵树&#10;&#10;AI 生成的内容可能不正确。">
            <a:extLst>
              <a:ext uri="{FF2B5EF4-FFF2-40B4-BE49-F238E27FC236}">
                <a16:creationId xmlns:a16="http://schemas.microsoft.com/office/drawing/2014/main" id="{B44C74F6-129F-6F31-B7D1-7E1BDD07A89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32" y="1219200"/>
            <a:ext cx="1656000" cy="1242000"/>
          </a:xfrm>
          <a:prstGeom prst="rect">
            <a:avLst/>
          </a:prstGeom>
        </p:spPr>
      </p:pic>
      <p:pic>
        <p:nvPicPr>
          <p:cNvPr id="34" name="图片 33" descr="树上的地图&#10;&#10;AI 生成的内容可能不正确。">
            <a:extLst>
              <a:ext uri="{FF2B5EF4-FFF2-40B4-BE49-F238E27FC236}">
                <a16:creationId xmlns:a16="http://schemas.microsoft.com/office/drawing/2014/main" id="{923B9D9D-A693-68BA-74D9-1715652E8D3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32" y="2565600"/>
            <a:ext cx="1656000" cy="1242000"/>
          </a:xfrm>
          <a:prstGeom prst="rect">
            <a:avLst/>
          </a:prstGeom>
        </p:spPr>
      </p:pic>
      <p:pic>
        <p:nvPicPr>
          <p:cNvPr id="38" name="图片 37" descr="地图&#10;&#10;AI 生成的内容可能不正确。">
            <a:extLst>
              <a:ext uri="{FF2B5EF4-FFF2-40B4-BE49-F238E27FC236}">
                <a16:creationId xmlns:a16="http://schemas.microsoft.com/office/drawing/2014/main" id="{95CF148D-8927-5E40-2653-068F86ABDC8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488" y="2565600"/>
            <a:ext cx="1656000" cy="1242000"/>
          </a:xfrm>
          <a:prstGeom prst="rect">
            <a:avLst/>
          </a:prstGeom>
        </p:spPr>
      </p:pic>
      <p:pic>
        <p:nvPicPr>
          <p:cNvPr id="41" name="图片 40" descr="蓝色的天空中飘着许多叶子&#10;&#10;AI 生成的内容可能不正确。">
            <a:extLst>
              <a:ext uri="{FF2B5EF4-FFF2-40B4-BE49-F238E27FC236}">
                <a16:creationId xmlns:a16="http://schemas.microsoft.com/office/drawing/2014/main" id="{1EA5D38E-D0DB-4313-55F1-4A2B8A9DB6C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32" y="3883800"/>
            <a:ext cx="1656000" cy="1242000"/>
          </a:xfrm>
          <a:prstGeom prst="rect">
            <a:avLst/>
          </a:prstGeom>
        </p:spPr>
      </p:pic>
      <p:pic>
        <p:nvPicPr>
          <p:cNvPr id="43" name="图片 42" descr="蓝色的地图&#10;&#10;AI 生成的内容可能不正确。">
            <a:extLst>
              <a:ext uri="{FF2B5EF4-FFF2-40B4-BE49-F238E27FC236}">
                <a16:creationId xmlns:a16="http://schemas.microsoft.com/office/drawing/2014/main" id="{48A8EB6E-AB58-C77A-3374-B41C3A6E2BB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488" y="3883800"/>
            <a:ext cx="1656000" cy="1242000"/>
          </a:xfrm>
          <a:prstGeom prst="rect">
            <a:avLst/>
          </a:prstGeom>
        </p:spPr>
      </p:pic>
      <p:pic>
        <p:nvPicPr>
          <p:cNvPr id="46" name="图片 45" descr="树上的叶子&#10;&#10;AI 生成的内容可能不正确。">
            <a:extLst>
              <a:ext uri="{FF2B5EF4-FFF2-40B4-BE49-F238E27FC236}">
                <a16:creationId xmlns:a16="http://schemas.microsoft.com/office/drawing/2014/main" id="{5F0D0B21-A87F-C51F-1E6D-013C2CE9F43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488" y="5208226"/>
            <a:ext cx="1656000" cy="1242000"/>
          </a:xfrm>
          <a:prstGeom prst="rect">
            <a:avLst/>
          </a:prstGeom>
        </p:spPr>
      </p:pic>
      <p:pic>
        <p:nvPicPr>
          <p:cNvPr id="49" name="图片 48" descr="一棵大树&#10;&#10;AI 生成的内容可能不正确。">
            <a:extLst>
              <a:ext uri="{FF2B5EF4-FFF2-40B4-BE49-F238E27FC236}">
                <a16:creationId xmlns:a16="http://schemas.microsoft.com/office/drawing/2014/main" id="{035E79C0-5C2C-FB42-D3E4-96BF96C2133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32" y="5208226"/>
            <a:ext cx="1656000" cy="1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20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CB24-5AEB-39B9-E50A-08114B92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ED9F715-F177-4572-A93F-2C22A9BCDA26}"/>
              </a:ext>
            </a:extLst>
          </p:cNvPr>
          <p:cNvSpPr txBox="1"/>
          <p:nvPr/>
        </p:nvSpPr>
        <p:spPr>
          <a:xfrm>
            <a:off x="324560" y="15795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17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4F5CD4-3CD0-0791-4835-8CF11278E63C}"/>
              </a:ext>
            </a:extLst>
          </p:cNvPr>
          <p:cNvSpPr txBox="1"/>
          <p:nvPr/>
        </p:nvSpPr>
        <p:spPr>
          <a:xfrm>
            <a:off x="324559" y="424633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19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BCFE91-437D-75DD-AEF2-22B61502541A}"/>
              </a:ext>
            </a:extLst>
          </p:cNvPr>
          <p:cNvSpPr txBox="1"/>
          <p:nvPr/>
        </p:nvSpPr>
        <p:spPr>
          <a:xfrm>
            <a:off x="324558" y="55854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20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54E4567-8EFB-4162-03E1-689E062D9632}"/>
              </a:ext>
            </a:extLst>
          </p:cNvPr>
          <p:cNvSpPr txBox="1"/>
          <p:nvPr/>
        </p:nvSpPr>
        <p:spPr>
          <a:xfrm>
            <a:off x="324558" y="29439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18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18" name="图片 17" descr="图片包含 户外, 风筝, 飞行, 蓝色&#10;&#10;AI 生成的内容可能不正确。">
            <a:extLst>
              <a:ext uri="{FF2B5EF4-FFF2-40B4-BE49-F238E27FC236}">
                <a16:creationId xmlns:a16="http://schemas.microsoft.com/office/drawing/2014/main" id="{583CC348-441C-1875-A2F5-5336B8C454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67" y="2592000"/>
            <a:ext cx="1656000" cy="1241999"/>
          </a:xfrm>
          <a:prstGeom prst="rect">
            <a:avLst/>
          </a:prstGeom>
        </p:spPr>
      </p:pic>
      <p:pic>
        <p:nvPicPr>
          <p:cNvPr id="29" name="图片 28" descr="图片包含 户外, 飞行, 大, 风筝&#10;&#10;AI 生成的内容可能不正确。">
            <a:extLst>
              <a:ext uri="{FF2B5EF4-FFF2-40B4-BE49-F238E27FC236}">
                <a16:creationId xmlns:a16="http://schemas.microsoft.com/office/drawing/2014/main" id="{F80A4AA4-90DB-66BC-FBD0-D3AA8828A9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67" y="3881399"/>
            <a:ext cx="1656000" cy="1242000"/>
          </a:xfrm>
          <a:prstGeom prst="rect">
            <a:avLst/>
          </a:prstGeom>
        </p:spPr>
      </p:pic>
      <p:pic>
        <p:nvPicPr>
          <p:cNvPr id="32" name="图片 31" descr="许多鸟在飞&#10;&#10;AI 生成的内容可能不正确。">
            <a:extLst>
              <a:ext uri="{FF2B5EF4-FFF2-40B4-BE49-F238E27FC236}">
                <a16:creationId xmlns:a16="http://schemas.microsoft.com/office/drawing/2014/main" id="{6D54FA15-2164-D81A-F8D7-533377B888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67" y="5170798"/>
            <a:ext cx="1656000" cy="1242000"/>
          </a:xfrm>
          <a:prstGeom prst="rect">
            <a:avLst/>
          </a:prstGeom>
        </p:spPr>
      </p:pic>
      <p:pic>
        <p:nvPicPr>
          <p:cNvPr id="39" name="图片 38" descr="水里的地图&#10;&#10;AI 生成的内容可能不正确。">
            <a:extLst>
              <a:ext uri="{FF2B5EF4-FFF2-40B4-BE49-F238E27FC236}">
                <a16:creationId xmlns:a16="http://schemas.microsoft.com/office/drawing/2014/main" id="{E8EC5FC1-0A53-17F1-6256-6D5C8CCE29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535" y="2592000"/>
            <a:ext cx="1656000" cy="1242001"/>
          </a:xfrm>
          <a:prstGeom prst="rect">
            <a:avLst/>
          </a:prstGeom>
        </p:spPr>
      </p:pic>
      <p:pic>
        <p:nvPicPr>
          <p:cNvPr id="42" name="图片 41" descr="水里的地图&#10;&#10;AI 生成的内容可能不正确。">
            <a:extLst>
              <a:ext uri="{FF2B5EF4-FFF2-40B4-BE49-F238E27FC236}">
                <a16:creationId xmlns:a16="http://schemas.microsoft.com/office/drawing/2014/main" id="{0CDCB7FC-5BC3-BA4B-970E-63556E3E27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01" y="2592000"/>
            <a:ext cx="1656000" cy="1242001"/>
          </a:xfrm>
          <a:prstGeom prst="rect">
            <a:avLst/>
          </a:prstGeom>
        </p:spPr>
      </p:pic>
      <p:pic>
        <p:nvPicPr>
          <p:cNvPr id="45" name="图片 44" descr="地图&#10;&#10;AI 生成的内容可能不正确。">
            <a:extLst>
              <a:ext uri="{FF2B5EF4-FFF2-40B4-BE49-F238E27FC236}">
                <a16:creationId xmlns:a16="http://schemas.microsoft.com/office/drawing/2014/main" id="{78187161-5A37-B9A0-E802-C00F22870F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535" y="3881399"/>
            <a:ext cx="1656000" cy="1242000"/>
          </a:xfrm>
          <a:prstGeom prst="rect">
            <a:avLst/>
          </a:prstGeom>
        </p:spPr>
      </p:pic>
      <p:pic>
        <p:nvPicPr>
          <p:cNvPr id="48" name="图片 47" descr="图片包含 地图&#10;&#10;AI 生成的内容可能不正确。">
            <a:extLst>
              <a:ext uri="{FF2B5EF4-FFF2-40B4-BE49-F238E27FC236}">
                <a16:creationId xmlns:a16="http://schemas.microsoft.com/office/drawing/2014/main" id="{F43A6678-A3DD-CDA6-46B0-7552CF90BE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01" y="3881399"/>
            <a:ext cx="1656000" cy="1242000"/>
          </a:xfrm>
          <a:prstGeom prst="rect">
            <a:avLst/>
          </a:prstGeom>
        </p:spPr>
      </p:pic>
      <p:pic>
        <p:nvPicPr>
          <p:cNvPr id="51" name="图片 50" descr="图示&#10;&#10;AI 生成的内容可能不正确。">
            <a:extLst>
              <a:ext uri="{FF2B5EF4-FFF2-40B4-BE49-F238E27FC236}">
                <a16:creationId xmlns:a16="http://schemas.microsoft.com/office/drawing/2014/main" id="{11A0B5F4-F2DA-295E-BF0D-B131E029D6E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535" y="5170798"/>
            <a:ext cx="1656000" cy="1242000"/>
          </a:xfrm>
          <a:prstGeom prst="rect">
            <a:avLst/>
          </a:prstGeom>
        </p:spPr>
      </p:pic>
      <p:pic>
        <p:nvPicPr>
          <p:cNvPr id="53" name="图片 52" descr="水里的地图&#10;&#10;AI 生成的内容可能不正确。">
            <a:extLst>
              <a:ext uri="{FF2B5EF4-FFF2-40B4-BE49-F238E27FC236}">
                <a16:creationId xmlns:a16="http://schemas.microsoft.com/office/drawing/2014/main" id="{E7B066D6-FD3E-02AC-40C6-7B0214CE929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01" y="5170798"/>
            <a:ext cx="1656000" cy="1242000"/>
          </a:xfrm>
          <a:prstGeom prst="rect">
            <a:avLst/>
          </a:prstGeom>
        </p:spPr>
      </p:pic>
      <p:pic>
        <p:nvPicPr>
          <p:cNvPr id="55" name="图片 54" descr="图片包含 户外, 飞行, 风筝, 许多&#10;&#10;AI 生成的内容可能不正确。">
            <a:extLst>
              <a:ext uri="{FF2B5EF4-FFF2-40B4-BE49-F238E27FC236}">
                <a16:creationId xmlns:a16="http://schemas.microsoft.com/office/drawing/2014/main" id="{9AD2142E-454C-29FB-CA47-A30E75567F3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67" y="1300151"/>
            <a:ext cx="1656000" cy="1242000"/>
          </a:xfrm>
          <a:prstGeom prst="rect">
            <a:avLst/>
          </a:prstGeom>
        </p:spPr>
      </p:pic>
      <p:pic>
        <p:nvPicPr>
          <p:cNvPr id="56" name="图片 55" descr="地图的截图&#10;&#10;AI 生成的内容可能不正确。">
            <a:extLst>
              <a:ext uri="{FF2B5EF4-FFF2-40B4-BE49-F238E27FC236}">
                <a16:creationId xmlns:a16="http://schemas.microsoft.com/office/drawing/2014/main" id="{E5CA3077-6D2C-AF88-AD64-42B808442B5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01" y="1302600"/>
            <a:ext cx="1656000" cy="1242000"/>
          </a:xfrm>
          <a:prstGeom prst="rect">
            <a:avLst/>
          </a:prstGeom>
        </p:spPr>
      </p:pic>
      <p:pic>
        <p:nvPicPr>
          <p:cNvPr id="57" name="图片 56" descr="图片包含 游戏机&#10;&#10;AI 生成的内容可能不正确。">
            <a:extLst>
              <a:ext uri="{FF2B5EF4-FFF2-40B4-BE49-F238E27FC236}">
                <a16:creationId xmlns:a16="http://schemas.microsoft.com/office/drawing/2014/main" id="{B193ECE3-3253-33BE-0CBD-90259B8415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535" y="1300151"/>
            <a:ext cx="1656000" cy="1242000"/>
          </a:xfrm>
          <a:prstGeom prst="rect">
            <a:avLst/>
          </a:prstGeom>
        </p:spPr>
      </p:pic>
      <p:pic>
        <p:nvPicPr>
          <p:cNvPr id="58" name="图片 57" descr="图片包含 风筝, 飞行, 户外, 人们&#10;&#10;AI 生成的内容可能不正确。">
            <a:extLst>
              <a:ext uri="{FF2B5EF4-FFF2-40B4-BE49-F238E27FC236}">
                <a16:creationId xmlns:a16="http://schemas.microsoft.com/office/drawing/2014/main" id="{1EC6F0B4-1AEF-8E23-3A9C-8BE19D69921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3" y="1302600"/>
            <a:ext cx="1656000" cy="1242000"/>
          </a:xfrm>
          <a:prstGeom prst="rect">
            <a:avLst/>
          </a:prstGeom>
        </p:spPr>
      </p:pic>
      <p:pic>
        <p:nvPicPr>
          <p:cNvPr id="59" name="图片 58" descr="空中有许多风筝&#10;&#10;AI 生成的内容可能不正确。">
            <a:extLst>
              <a:ext uri="{FF2B5EF4-FFF2-40B4-BE49-F238E27FC236}">
                <a16:creationId xmlns:a16="http://schemas.microsoft.com/office/drawing/2014/main" id="{C942134E-2B78-6F7B-0F78-767C0ACB680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3" y="2592000"/>
            <a:ext cx="1656000" cy="1241999"/>
          </a:xfrm>
          <a:prstGeom prst="rect">
            <a:avLst/>
          </a:prstGeom>
        </p:spPr>
      </p:pic>
      <p:pic>
        <p:nvPicPr>
          <p:cNvPr id="60" name="图片 59" descr="图片包含 户外, 风筝, 动物, 飞行&#10;&#10;AI 生成的内容可能不正确。">
            <a:extLst>
              <a:ext uri="{FF2B5EF4-FFF2-40B4-BE49-F238E27FC236}">
                <a16:creationId xmlns:a16="http://schemas.microsoft.com/office/drawing/2014/main" id="{A89E496F-D825-A5BF-7C86-5F69982D5A2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3" y="3881399"/>
            <a:ext cx="1656000" cy="1242000"/>
          </a:xfrm>
          <a:prstGeom prst="rect">
            <a:avLst/>
          </a:prstGeom>
        </p:spPr>
      </p:pic>
      <p:pic>
        <p:nvPicPr>
          <p:cNvPr id="61" name="图片 60" descr="图片包含 户外, 风筝, 飞行, 人们&#10;&#10;AI 生成的内容可能不正确。">
            <a:extLst>
              <a:ext uri="{FF2B5EF4-FFF2-40B4-BE49-F238E27FC236}">
                <a16:creationId xmlns:a16="http://schemas.microsoft.com/office/drawing/2014/main" id="{B5F258E9-F435-3D56-3AF3-9490A0C2A3E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3" y="5170798"/>
            <a:ext cx="1656000" cy="1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2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30A2-EF00-74C6-656B-F6C4848F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B8291A0-5A26-FFF8-D580-D0789B54B0E6}"/>
              </a:ext>
            </a:extLst>
          </p:cNvPr>
          <p:cNvSpPr txBox="1"/>
          <p:nvPr/>
        </p:nvSpPr>
        <p:spPr>
          <a:xfrm>
            <a:off x="324560" y="15795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23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93FCE5-FE01-6A83-9706-53EAA37ED429}"/>
              </a:ext>
            </a:extLst>
          </p:cNvPr>
          <p:cNvSpPr txBox="1"/>
          <p:nvPr/>
        </p:nvSpPr>
        <p:spPr>
          <a:xfrm>
            <a:off x="324559" y="424633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27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AE0698-22EC-D556-21AD-1D2A44CC14EF}"/>
              </a:ext>
            </a:extLst>
          </p:cNvPr>
          <p:cNvSpPr txBox="1"/>
          <p:nvPr/>
        </p:nvSpPr>
        <p:spPr>
          <a:xfrm>
            <a:off x="324558" y="55854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30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B1867D8-FB40-AC36-3C7A-F5F2A54AD3D5}"/>
              </a:ext>
            </a:extLst>
          </p:cNvPr>
          <p:cNvSpPr txBox="1"/>
          <p:nvPr/>
        </p:nvSpPr>
        <p:spPr>
          <a:xfrm>
            <a:off x="324558" y="29439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25 </a:t>
            </a:r>
            <a:r>
              <a:rPr lang="en-US" altLang="zh-CN" dirty="0" err="1">
                <a:solidFill>
                  <a:srgbClr val="000000"/>
                </a:solidFill>
              </a:rPr>
              <a:t>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" name="图片 2" descr="水中的树&#10;&#10;AI 生成的内容可能不正确。">
            <a:extLst>
              <a:ext uri="{FF2B5EF4-FFF2-40B4-BE49-F238E27FC236}">
                <a16:creationId xmlns:a16="http://schemas.microsoft.com/office/drawing/2014/main" id="{879ADBEE-D8DB-5BF6-17D9-37B124793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999" y="1221600"/>
            <a:ext cx="1656000" cy="1242000"/>
          </a:xfrm>
          <a:prstGeom prst="rect">
            <a:avLst/>
          </a:prstGeom>
        </p:spPr>
      </p:pic>
      <p:pic>
        <p:nvPicPr>
          <p:cNvPr id="5" name="图片 4" descr="蓝色的地图&#10;&#10;AI 生成的内容可能不正确。">
            <a:extLst>
              <a:ext uri="{FF2B5EF4-FFF2-40B4-BE49-F238E27FC236}">
                <a16:creationId xmlns:a16="http://schemas.microsoft.com/office/drawing/2014/main" id="{1576741C-11D6-C019-CCB9-4BE7F70643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800" y="1221600"/>
            <a:ext cx="1656000" cy="1242000"/>
          </a:xfrm>
          <a:prstGeom prst="rect">
            <a:avLst/>
          </a:prstGeom>
        </p:spPr>
      </p:pic>
      <p:pic>
        <p:nvPicPr>
          <p:cNvPr id="7" name="图片 6" descr="地图&#10;&#10;AI 生成的内容可能不正确。">
            <a:extLst>
              <a:ext uri="{FF2B5EF4-FFF2-40B4-BE49-F238E27FC236}">
                <a16:creationId xmlns:a16="http://schemas.microsoft.com/office/drawing/2014/main" id="{FD6AB9C5-36F0-BA74-497B-D1600D965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800" y="2530755"/>
            <a:ext cx="1656000" cy="1242000"/>
          </a:xfrm>
          <a:prstGeom prst="rect">
            <a:avLst/>
          </a:prstGeom>
        </p:spPr>
      </p:pic>
      <p:pic>
        <p:nvPicPr>
          <p:cNvPr id="9" name="图片 8" descr="蓝色的地图&#10;&#10;AI 生成的内容可能不正确。">
            <a:extLst>
              <a:ext uri="{FF2B5EF4-FFF2-40B4-BE49-F238E27FC236}">
                <a16:creationId xmlns:a16="http://schemas.microsoft.com/office/drawing/2014/main" id="{DFC85BA2-2C6E-E61A-446B-5C19C1358C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999" y="2530755"/>
            <a:ext cx="1656000" cy="1242000"/>
          </a:xfrm>
          <a:prstGeom prst="rect">
            <a:avLst/>
          </a:prstGeom>
        </p:spPr>
      </p:pic>
      <p:pic>
        <p:nvPicPr>
          <p:cNvPr id="12" name="图片 11" descr="水里的地图&#10;&#10;AI 生成的内容可能不正确。">
            <a:extLst>
              <a:ext uri="{FF2B5EF4-FFF2-40B4-BE49-F238E27FC236}">
                <a16:creationId xmlns:a16="http://schemas.microsoft.com/office/drawing/2014/main" id="{2B1D8980-29E3-8272-F4D9-B7D0366007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999" y="3839910"/>
            <a:ext cx="1656000" cy="1242001"/>
          </a:xfrm>
          <a:prstGeom prst="rect">
            <a:avLst/>
          </a:prstGeom>
        </p:spPr>
      </p:pic>
      <p:pic>
        <p:nvPicPr>
          <p:cNvPr id="14" name="图片 13" descr="树林旁的地图&#10;&#10;AI 生成的内容可能不正确。">
            <a:extLst>
              <a:ext uri="{FF2B5EF4-FFF2-40B4-BE49-F238E27FC236}">
                <a16:creationId xmlns:a16="http://schemas.microsoft.com/office/drawing/2014/main" id="{7648DAF4-ADF4-4628-7FC8-92F7946437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800" y="3839910"/>
            <a:ext cx="1656000" cy="1242001"/>
          </a:xfrm>
          <a:prstGeom prst="rect">
            <a:avLst/>
          </a:prstGeom>
        </p:spPr>
      </p:pic>
      <p:pic>
        <p:nvPicPr>
          <p:cNvPr id="16" name="图片 15" descr="地图上有字&#10;&#10;AI 生成的内容可能不正确。">
            <a:extLst>
              <a:ext uri="{FF2B5EF4-FFF2-40B4-BE49-F238E27FC236}">
                <a16:creationId xmlns:a16="http://schemas.microsoft.com/office/drawing/2014/main" id="{B179BC71-147D-39A4-8E2E-96ADE979E78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999" y="5149066"/>
            <a:ext cx="1656000" cy="1242000"/>
          </a:xfrm>
          <a:prstGeom prst="rect">
            <a:avLst/>
          </a:prstGeom>
        </p:spPr>
      </p:pic>
      <p:pic>
        <p:nvPicPr>
          <p:cNvPr id="20" name="图片 19" descr="地图&#10;&#10;AI 生成的内容可能不正确。">
            <a:extLst>
              <a:ext uri="{FF2B5EF4-FFF2-40B4-BE49-F238E27FC236}">
                <a16:creationId xmlns:a16="http://schemas.microsoft.com/office/drawing/2014/main" id="{132CDDD6-E6E3-B430-1F53-8F5C59A7D4B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800" y="5149066"/>
            <a:ext cx="1656000" cy="1242000"/>
          </a:xfrm>
          <a:prstGeom prst="rect">
            <a:avLst/>
          </a:prstGeom>
        </p:spPr>
      </p:pic>
      <p:pic>
        <p:nvPicPr>
          <p:cNvPr id="22" name="图片 21" descr="空中有许多风筝&#10;&#10;AI 生成的内容可能不正确。">
            <a:extLst>
              <a:ext uri="{FF2B5EF4-FFF2-40B4-BE49-F238E27FC236}">
                <a16:creationId xmlns:a16="http://schemas.microsoft.com/office/drawing/2014/main" id="{C3CCFC4D-F4ED-5EC0-6BCC-1072A22E89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99" y="1221600"/>
            <a:ext cx="1656000" cy="1242000"/>
          </a:xfrm>
          <a:prstGeom prst="rect">
            <a:avLst/>
          </a:prstGeom>
        </p:spPr>
      </p:pic>
      <p:pic>
        <p:nvPicPr>
          <p:cNvPr id="24" name="图片 23" descr="图片包含 户外, 风筝, 飞行, 人们&#10;&#10;AI 生成的内容可能不正确。">
            <a:extLst>
              <a:ext uri="{FF2B5EF4-FFF2-40B4-BE49-F238E27FC236}">
                <a16:creationId xmlns:a16="http://schemas.microsoft.com/office/drawing/2014/main" id="{B1AC320B-721F-1AC8-D723-C501A2C2EC5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199" y="1221600"/>
            <a:ext cx="1656000" cy="1242000"/>
          </a:xfrm>
          <a:prstGeom prst="rect">
            <a:avLst/>
          </a:prstGeom>
        </p:spPr>
      </p:pic>
      <p:pic>
        <p:nvPicPr>
          <p:cNvPr id="26" name="图片 25" descr="一群鸟飞在空中&#10;&#10;AI 生成的内容可能不正确。">
            <a:extLst>
              <a:ext uri="{FF2B5EF4-FFF2-40B4-BE49-F238E27FC236}">
                <a16:creationId xmlns:a16="http://schemas.microsoft.com/office/drawing/2014/main" id="{B544209E-A301-1216-603E-BDA164E6CD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99" y="2530755"/>
            <a:ext cx="1656000" cy="1242000"/>
          </a:xfrm>
          <a:prstGeom prst="rect">
            <a:avLst/>
          </a:prstGeom>
        </p:spPr>
      </p:pic>
      <p:pic>
        <p:nvPicPr>
          <p:cNvPr id="30" name="图片 29" descr="许多风筝在天上飞&#10;&#10;AI 生成的内容可能不正确。">
            <a:extLst>
              <a:ext uri="{FF2B5EF4-FFF2-40B4-BE49-F238E27FC236}">
                <a16:creationId xmlns:a16="http://schemas.microsoft.com/office/drawing/2014/main" id="{A44E9381-7A70-E71B-5F8A-499555AE8E2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199" y="2530755"/>
            <a:ext cx="1656000" cy="1242000"/>
          </a:xfrm>
          <a:prstGeom prst="rect">
            <a:avLst/>
          </a:prstGeom>
        </p:spPr>
      </p:pic>
      <p:pic>
        <p:nvPicPr>
          <p:cNvPr id="33" name="图片 32" descr="图片包含 户外, 风筝, 飞行, 水&#10;&#10;AI 生成的内容可能不正确。">
            <a:extLst>
              <a:ext uri="{FF2B5EF4-FFF2-40B4-BE49-F238E27FC236}">
                <a16:creationId xmlns:a16="http://schemas.microsoft.com/office/drawing/2014/main" id="{6B81B7AB-55D8-1033-4DB4-DD57544ACDE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99" y="3839910"/>
            <a:ext cx="1656000" cy="1242000"/>
          </a:xfrm>
          <a:prstGeom prst="rect">
            <a:avLst/>
          </a:prstGeom>
        </p:spPr>
      </p:pic>
      <p:pic>
        <p:nvPicPr>
          <p:cNvPr id="35" name="图片 34" descr="图片包含 户外, 风筝, 飞行, 人们&#10;&#10;AI 生成的内容可能不正确。">
            <a:extLst>
              <a:ext uri="{FF2B5EF4-FFF2-40B4-BE49-F238E27FC236}">
                <a16:creationId xmlns:a16="http://schemas.microsoft.com/office/drawing/2014/main" id="{ED42EFDC-6278-B4F1-66A2-4DFBA58DED3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199" y="3839910"/>
            <a:ext cx="1656000" cy="1242000"/>
          </a:xfrm>
          <a:prstGeom prst="rect">
            <a:avLst/>
          </a:prstGeom>
        </p:spPr>
      </p:pic>
      <p:pic>
        <p:nvPicPr>
          <p:cNvPr id="38" name="图片 37" descr="许多风筝在天上飞&#10;&#10;AI 生成的内容可能不正确。">
            <a:extLst>
              <a:ext uri="{FF2B5EF4-FFF2-40B4-BE49-F238E27FC236}">
                <a16:creationId xmlns:a16="http://schemas.microsoft.com/office/drawing/2014/main" id="{856107D2-EEA1-5A10-99B2-63DD9C7774B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99" y="5149066"/>
            <a:ext cx="1656000" cy="1242000"/>
          </a:xfrm>
          <a:prstGeom prst="rect">
            <a:avLst/>
          </a:prstGeom>
        </p:spPr>
      </p:pic>
      <p:pic>
        <p:nvPicPr>
          <p:cNvPr id="41" name="图片 40" descr="许多风筝在天上飞&#10;&#10;AI 生成的内容可能不正确。">
            <a:extLst>
              <a:ext uri="{FF2B5EF4-FFF2-40B4-BE49-F238E27FC236}">
                <a16:creationId xmlns:a16="http://schemas.microsoft.com/office/drawing/2014/main" id="{92C5447A-D2E7-CBCE-C560-C6934FEFB0A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199" y="5149066"/>
            <a:ext cx="1656000" cy="1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6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AF85-A149-1862-2244-538C4957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E4BB00D-EF0A-1155-2D6B-9EF4E7B23B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C0D76B-270A-DF6E-847A-3C014332DC8C}"/>
              </a:ext>
            </a:extLst>
          </p:cNvPr>
          <p:cNvSpPr txBox="1"/>
          <p:nvPr/>
        </p:nvSpPr>
        <p:spPr>
          <a:xfrm>
            <a:off x="435600" y="1291677"/>
            <a:ext cx="2684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纸张特性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ACE916-80E1-A46A-50AE-7CEFE4D239F0}"/>
              </a:ext>
            </a:extLst>
          </p:cNvPr>
          <p:cNvSpPr txBox="1"/>
          <p:nvPr/>
        </p:nvSpPr>
        <p:spPr>
          <a:xfrm>
            <a:off x="591232" y="2030230"/>
            <a:ext cx="229229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取打浆脱水后纤维样本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AB0250F-4FD1-44EB-A371-9B5A5A24B35A}"/>
              </a:ext>
            </a:extLst>
          </p:cNvPr>
          <p:cNvSpPr txBox="1"/>
          <p:nvPr/>
        </p:nvSpPr>
        <p:spPr>
          <a:xfrm>
            <a:off x="1513370" y="3298653"/>
            <a:ext cx="18288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纸张性能测试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D96F5B9-09E2-AA8B-0C5D-75935EC99A99}"/>
              </a:ext>
            </a:extLst>
          </p:cNvPr>
          <p:cNvSpPr/>
          <p:nvPr/>
        </p:nvSpPr>
        <p:spPr>
          <a:xfrm>
            <a:off x="5949038" y="2204383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AAA82757-D46E-85D3-1C48-FE8BC7BBE817}"/>
              </a:ext>
            </a:extLst>
          </p:cNvPr>
          <p:cNvSpPr/>
          <p:nvPr/>
        </p:nvSpPr>
        <p:spPr>
          <a:xfrm>
            <a:off x="864225" y="3318312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27A2E81C-5657-5647-98AC-CBDC16EB6A77}"/>
              </a:ext>
            </a:extLst>
          </p:cNvPr>
          <p:cNvSpPr/>
          <p:nvPr/>
        </p:nvSpPr>
        <p:spPr>
          <a:xfrm>
            <a:off x="3170720" y="218894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85B6F0-3B16-BCBD-4B7B-9617312B6D1D}"/>
              </a:ext>
            </a:extLst>
          </p:cNvPr>
          <p:cNvSpPr txBox="1"/>
          <p:nvPr/>
        </p:nvSpPr>
        <p:spPr>
          <a:xfrm>
            <a:off x="3724615" y="2135460"/>
            <a:ext cx="18815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称量浆样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DD4340-EBE9-9FF1-D8CC-0DC02FFF8A22}"/>
              </a:ext>
            </a:extLst>
          </p:cNvPr>
          <p:cNvSpPr txBox="1"/>
          <p:nvPr/>
        </p:nvSpPr>
        <p:spPr>
          <a:xfrm>
            <a:off x="4043394" y="2659571"/>
            <a:ext cx="155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定量</a:t>
            </a:r>
            <a:r>
              <a:rPr lang="en-US" altLang="zh-CN" dirty="0">
                <a:solidFill>
                  <a:srgbClr val="000000"/>
                </a:solidFill>
              </a:rPr>
              <a:t>60g/m</a:t>
            </a:r>
            <a:r>
              <a:rPr lang="en-US" altLang="zh-CN" baseline="30000" dirty="0">
                <a:solidFill>
                  <a:srgbClr val="000000"/>
                </a:solidFill>
              </a:rPr>
              <a:t>2</a:t>
            </a:r>
            <a:endParaRPr lang="zh-CN" altLang="en-US" baseline="30000" dirty="0">
              <a:solidFill>
                <a:srgbClr val="0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F1A9A3-E21B-6FD9-3928-A872033FB254}"/>
              </a:ext>
            </a:extLst>
          </p:cNvPr>
          <p:cNvSpPr txBox="1"/>
          <p:nvPr/>
        </p:nvSpPr>
        <p:spPr>
          <a:xfrm>
            <a:off x="6447231" y="2132033"/>
            <a:ext cx="18815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抄纸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1071BA-19CC-93B0-1C8A-91241BCA9BFF}"/>
              </a:ext>
            </a:extLst>
          </p:cNvPr>
          <p:cNvSpPr txBox="1"/>
          <p:nvPr/>
        </p:nvSpPr>
        <p:spPr>
          <a:xfrm>
            <a:off x="381000" y="3934999"/>
            <a:ext cx="3166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纸张厚度、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定量（孔隙率）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、表面粗糙度、透气度、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零距抗张强度、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抗张指数、撕裂指数、耐破指数、耐折指数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02FC315-E207-3642-D994-E4A86D49B509}"/>
              </a:ext>
            </a:extLst>
          </p:cNvPr>
          <p:cNvSpPr/>
          <p:nvPr/>
        </p:nvSpPr>
        <p:spPr>
          <a:xfrm>
            <a:off x="4114800" y="335043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C3399D-95BA-E9F0-43C0-E1F9D8B13FD9}"/>
              </a:ext>
            </a:extLst>
          </p:cNvPr>
          <p:cNvSpPr txBox="1"/>
          <p:nvPr/>
        </p:nvSpPr>
        <p:spPr>
          <a:xfrm>
            <a:off x="4863188" y="3296941"/>
            <a:ext cx="24384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每个特性测试</a:t>
            </a:r>
            <a:r>
              <a:rPr lang="en-US" altLang="zh-CN" sz="2000" dirty="0">
                <a:solidFill>
                  <a:srgbClr val="000000"/>
                </a:solidFill>
              </a:rPr>
              <a:t>3</a:t>
            </a:r>
            <a:r>
              <a:rPr lang="zh-CN" altLang="en-US" sz="2000" dirty="0">
                <a:solidFill>
                  <a:srgbClr val="000000"/>
                </a:solidFill>
              </a:rPr>
              <a:t>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D35FA-A486-1EE4-3349-152A0EEF0E10}"/>
              </a:ext>
            </a:extLst>
          </p:cNvPr>
          <p:cNvSpPr txBox="1"/>
          <p:nvPr/>
        </p:nvSpPr>
        <p:spPr>
          <a:xfrm>
            <a:off x="4597264" y="3916065"/>
            <a:ext cx="3284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如：抗张强度，每个样品纸张测试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次，舍去偏差数据，取均值。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B31FCA-D17B-DFFE-9832-7E115ABEFE0F}"/>
              </a:ext>
            </a:extLst>
          </p:cNvPr>
          <p:cNvSpPr txBox="1"/>
          <p:nvPr/>
        </p:nvSpPr>
        <p:spPr>
          <a:xfrm>
            <a:off x="6356402" y="2650159"/>
            <a:ext cx="219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每个样本抄造</a:t>
            </a:r>
            <a:r>
              <a:rPr lang="en-US" altLang="zh-CN" dirty="0">
                <a:solidFill>
                  <a:srgbClr val="000000"/>
                </a:solidFill>
              </a:rPr>
              <a:t>8</a:t>
            </a:r>
            <a:r>
              <a:rPr lang="zh-CN" altLang="en-US" dirty="0">
                <a:solidFill>
                  <a:srgbClr val="000000"/>
                </a:solidFill>
              </a:rPr>
              <a:t>张纸</a:t>
            </a:r>
            <a:endParaRPr lang="zh-CN" altLang="en-US" baseline="30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757939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B68D2E0-3EF8-E473-5907-1DA24BF82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412193"/>
              </p:ext>
            </p:extLst>
          </p:nvPr>
        </p:nvGraphicFramePr>
        <p:xfrm>
          <a:off x="152400" y="1295400"/>
          <a:ext cx="8839199" cy="5084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4964">
                  <a:extLst>
                    <a:ext uri="{9D8B030D-6E8A-4147-A177-3AD203B41FA5}">
                      <a16:colId xmlns:a16="http://schemas.microsoft.com/office/drawing/2014/main" val="166573565"/>
                    </a:ext>
                  </a:extLst>
                </a:gridCol>
                <a:gridCol w="898240">
                  <a:extLst>
                    <a:ext uri="{9D8B030D-6E8A-4147-A177-3AD203B41FA5}">
                      <a16:colId xmlns:a16="http://schemas.microsoft.com/office/drawing/2014/main" val="967712847"/>
                    </a:ext>
                  </a:extLst>
                </a:gridCol>
                <a:gridCol w="738554">
                  <a:extLst>
                    <a:ext uri="{9D8B030D-6E8A-4147-A177-3AD203B41FA5}">
                      <a16:colId xmlns:a16="http://schemas.microsoft.com/office/drawing/2014/main" val="3316466928"/>
                    </a:ext>
                  </a:extLst>
                </a:gridCol>
                <a:gridCol w="1229763">
                  <a:extLst>
                    <a:ext uri="{9D8B030D-6E8A-4147-A177-3AD203B41FA5}">
                      <a16:colId xmlns:a16="http://schemas.microsoft.com/office/drawing/2014/main" val="2795511485"/>
                    </a:ext>
                  </a:extLst>
                </a:gridCol>
                <a:gridCol w="910479">
                  <a:extLst>
                    <a:ext uri="{9D8B030D-6E8A-4147-A177-3AD203B41FA5}">
                      <a16:colId xmlns:a16="http://schemas.microsoft.com/office/drawing/2014/main" val="317180028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47347452"/>
                    </a:ext>
                  </a:extLst>
                </a:gridCol>
                <a:gridCol w="724906">
                  <a:extLst>
                    <a:ext uri="{9D8B030D-6E8A-4147-A177-3AD203B41FA5}">
                      <a16:colId xmlns:a16="http://schemas.microsoft.com/office/drawing/2014/main" val="1669384132"/>
                    </a:ext>
                  </a:extLst>
                </a:gridCol>
                <a:gridCol w="875294">
                  <a:extLst>
                    <a:ext uri="{9D8B030D-6E8A-4147-A177-3AD203B41FA5}">
                      <a16:colId xmlns:a16="http://schemas.microsoft.com/office/drawing/2014/main" val="1967576915"/>
                    </a:ext>
                  </a:extLst>
                </a:gridCol>
                <a:gridCol w="890811">
                  <a:extLst>
                    <a:ext uri="{9D8B030D-6E8A-4147-A177-3AD203B41FA5}">
                      <a16:colId xmlns:a16="http://schemas.microsoft.com/office/drawing/2014/main" val="649785983"/>
                    </a:ext>
                  </a:extLst>
                </a:gridCol>
                <a:gridCol w="861788">
                  <a:extLst>
                    <a:ext uri="{9D8B030D-6E8A-4147-A177-3AD203B41FA5}">
                      <a16:colId xmlns:a16="http://schemas.microsoft.com/office/drawing/2014/main" val="3667049228"/>
                    </a:ext>
                  </a:extLst>
                </a:gridCol>
              </a:tblGrid>
              <a:tr h="49867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打浆转数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/r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定量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(g/m</a:t>
                      </a:r>
                      <a:r>
                        <a:rPr lang="en-US" sz="1000" kern="1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厚度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(μm)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耐破指数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(kPa·m</a:t>
                      </a:r>
                      <a:r>
                        <a:rPr lang="en-US" sz="1000" kern="1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·g</a:t>
                      </a:r>
                      <a:r>
                        <a:rPr lang="en-US" sz="1000" kern="1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撕裂指数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(mN·m</a:t>
                      </a:r>
                      <a:r>
                        <a:rPr lang="en-US" sz="1000" kern="1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·g</a:t>
                      </a:r>
                      <a:r>
                        <a:rPr lang="en-US" sz="1000" kern="1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抗张指数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(N·m·g</a:t>
                      </a:r>
                      <a:r>
                        <a:rPr lang="en-US" sz="1000" kern="1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零距抗张强度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(N/cm)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表面粗糙度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(ml/min)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透气度</a:t>
                      </a:r>
                    </a:p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μ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m/Pas)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耐折度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57076884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60.87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114.50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0.95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1.45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17.58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97.97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468.50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72.43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651193458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60.53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112.60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1.64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2.63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31.55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99.26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572.29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54.27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0.15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31707674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54.60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103.20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2.14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3.55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33.94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92.56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580.33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45.00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0.24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77075251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53.70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94.20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3.31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5.18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52.89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102.82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504.86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36.00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1.06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1584547057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56.57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93.30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4.29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5.31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64.29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105.00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537.43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17.20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1.31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45370152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59.90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95.20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4.94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8.63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71.06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103.46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489.25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14.17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1.72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070572759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60.90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93.20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5.10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6.74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62.67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104.00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493.71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10.67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1.26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299724268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59.40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90.60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4.06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6.43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64.31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104.42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474.33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6.65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1.71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1664443565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58.83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90.50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4.06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6.45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67.82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99.84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536.83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5.57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1.96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74079712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57.50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86.90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6.40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86.67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103.16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493.27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4.80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1.76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83213467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11000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60.40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87.10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5.35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6.32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82.28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104.50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450.50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2.47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2.27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779235989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12000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58.60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84.80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5.43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7.69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85.49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103.52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550.00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2.09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1.49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507227681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13000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61.30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87.00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5.55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5.97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79.39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106.73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460.88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1.41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1.54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38149390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14000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61.60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84.20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5.58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5.69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82.41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104.56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447.86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0.91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0.70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1851045287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55.90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77.50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5.81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5.65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92.78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101.81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387.57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0.77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1.42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600222197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16000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60.57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79.90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6.08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6.72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87.47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97.65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430.67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0.55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1.65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40689802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59.70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82.20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6.14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6.40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93.09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95.60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404.67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0.37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1.60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1165842261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18000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59.98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79.60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5.94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5.27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90.92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98.23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371.80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0.30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2.12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3266371592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19000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64.83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86.00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5.62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6.89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92.20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96.26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370.00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0.20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1.32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52011915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59.90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82.10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6.17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6.18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86.44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102.34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406.47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0.18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1.80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3064069974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23000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57.93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74.80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6.39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6.17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86.20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106.39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396.11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0.12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1.23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1099924405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25000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57.87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75.10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6.38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6.15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92.06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106.16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349.00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0.04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1.04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228084221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53.70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68.10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5.87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95.65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104.56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291.00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1.98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4154163343"/>
                  </a:ext>
                </a:extLst>
              </a:tr>
              <a:tr h="19108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30000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59.63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71.80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6.01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5.04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95.25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99.89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347.14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0.01 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2.07 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449" marR="39449" marT="0" marB="0" anchor="ctr"/>
                </a:tc>
                <a:extLst>
                  <a:ext uri="{0D108BD9-81ED-4DB2-BD59-A6C34878D82A}">
                    <a16:rowId xmlns:a16="http://schemas.microsoft.com/office/drawing/2014/main" val="367767044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3E16E62-B624-E595-6646-96E33916A0F0}"/>
              </a:ext>
            </a:extLst>
          </p:cNvPr>
          <p:cNvSpPr txBox="1"/>
          <p:nvPr/>
        </p:nvSpPr>
        <p:spPr>
          <a:xfrm>
            <a:off x="2438400" y="609600"/>
            <a:ext cx="388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4. </a:t>
            </a:r>
            <a:r>
              <a:rPr lang="zh-CN" altLang="en-US" dirty="0"/>
              <a:t>阔叶木纸张性能</a:t>
            </a:r>
          </a:p>
        </p:txBody>
      </p:sp>
    </p:spTree>
    <p:extLst>
      <p:ext uri="{BB962C8B-B14F-4D97-AF65-F5344CB8AC3E}">
        <p14:creationId xmlns:p14="http://schemas.microsoft.com/office/powerpoint/2010/main" val="1357603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AFD8215-976B-49DF-2B1C-FB64D14340F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6200" y="228600"/>
            <a:ext cx="7848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zh-CN" altLang="en-US" sz="4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第二部分 阔叶木与针叶木复配</a:t>
            </a:r>
            <a:endParaRPr lang="en-US" altLang="zh-CN" sz="4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BDBCEF-692A-1832-32DF-ACF9F1BF3AE4}"/>
              </a:ext>
            </a:extLst>
          </p:cNvPr>
          <p:cNvSpPr txBox="1"/>
          <p:nvPr/>
        </p:nvSpPr>
        <p:spPr>
          <a:xfrm>
            <a:off x="76200" y="1295400"/>
            <a:ext cx="8686798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9400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选取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打浆度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41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SR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14000 r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）的针叶木浆与打浆度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40.6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SR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8000 r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）的阔叶木浆进行复配。</a:t>
            </a:r>
            <a:endParaRPr lang="zh-CN" altLang="zh-CN" sz="2000" b="1" dirty="0">
              <a:solidFill>
                <a:srgbClr val="000000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66A0422-1327-5461-4441-571BBB90E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72751"/>
              </p:ext>
            </p:extLst>
          </p:nvPr>
        </p:nvGraphicFramePr>
        <p:xfrm>
          <a:off x="609600" y="2347786"/>
          <a:ext cx="7772400" cy="35768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0870">
                  <a:extLst>
                    <a:ext uri="{9D8B030D-6E8A-4147-A177-3AD203B41FA5}">
                      <a16:colId xmlns:a16="http://schemas.microsoft.com/office/drawing/2014/main" val="625135646"/>
                    </a:ext>
                  </a:extLst>
                </a:gridCol>
                <a:gridCol w="2870962">
                  <a:extLst>
                    <a:ext uri="{9D8B030D-6E8A-4147-A177-3AD203B41FA5}">
                      <a16:colId xmlns:a16="http://schemas.microsoft.com/office/drawing/2014/main" val="2782791164"/>
                    </a:ext>
                  </a:extLst>
                </a:gridCol>
                <a:gridCol w="2360568">
                  <a:extLst>
                    <a:ext uri="{9D8B030D-6E8A-4147-A177-3AD203B41FA5}">
                      <a16:colId xmlns:a16="http://schemas.microsoft.com/office/drawing/2014/main" val="225712275"/>
                    </a:ext>
                  </a:extLst>
                </a:gridCol>
              </a:tblGrid>
              <a:tr h="94896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600" kern="100" dirty="0">
                          <a:solidFill>
                            <a:srgbClr val="000000"/>
                          </a:solidFill>
                          <a:effectLst/>
                        </a:rPr>
                        <a:t>样品号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altLang="en-US" sz="1600" kern="100" dirty="0">
                          <a:solidFill>
                            <a:srgbClr val="000000"/>
                          </a:solidFill>
                          <a:effectLst/>
                        </a:rPr>
                        <a:t>针叶木浆（</a:t>
                      </a: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altLang="en-US" sz="1600" kern="100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altLang="en-US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阔叶木浆（</a:t>
                      </a:r>
                      <a:r>
                        <a:rPr lang="en-US" altLang="zh-CN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9483728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zk19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618389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zk28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821707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zk37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6571883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zk46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693269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zk55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5590279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zk64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6620300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zk73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7070846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zk82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4611944"/>
                  </a:ext>
                </a:extLst>
              </a:tr>
              <a:tr h="29199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</a:rPr>
                        <a:t>zk91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altLang="zh-CN" sz="1400" kern="1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800119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94DEC61-1D6A-6F59-C623-D60D8FF6CC2C}"/>
              </a:ext>
            </a:extLst>
          </p:cNvPr>
          <p:cNvSpPr txBox="1"/>
          <p:nvPr/>
        </p:nvSpPr>
        <p:spPr>
          <a:xfrm>
            <a:off x="381000" y="6019800"/>
            <a:ext cx="46413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zk19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（针叶木浆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阔叶木浆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917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628D0B-6581-2A5A-67AB-823F5E0908E9}"/>
              </a:ext>
            </a:extLst>
          </p:cNvPr>
          <p:cNvSpPr txBox="1"/>
          <p:nvPr/>
        </p:nvSpPr>
        <p:spPr>
          <a:xfrm>
            <a:off x="1371600" y="455097"/>
            <a:ext cx="541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</a:rPr>
              <a:t>表</a:t>
            </a:r>
            <a:r>
              <a:rPr lang="en-US" altLang="zh-CN" sz="2400" b="1" dirty="0">
                <a:solidFill>
                  <a:srgbClr val="FFFFFF"/>
                </a:solidFill>
              </a:rPr>
              <a:t>3. </a:t>
            </a:r>
            <a:r>
              <a:rPr lang="zh-CN" altLang="en-US" sz="2400" b="1" dirty="0">
                <a:solidFill>
                  <a:srgbClr val="FFFFFF"/>
                </a:solidFill>
              </a:rPr>
              <a:t>针叶木阔叶木纤维复配形态参数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E67ACAE-506E-529D-2828-8A7FA37B5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001821"/>
              </p:ext>
            </p:extLst>
          </p:nvPr>
        </p:nvGraphicFramePr>
        <p:xfrm>
          <a:off x="228601" y="1371600"/>
          <a:ext cx="8686798" cy="47339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98228729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7655232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895285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763444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565298369"/>
                    </a:ext>
                  </a:extLst>
                </a:gridCol>
                <a:gridCol w="573987">
                  <a:extLst>
                    <a:ext uri="{9D8B030D-6E8A-4147-A177-3AD203B41FA5}">
                      <a16:colId xmlns:a16="http://schemas.microsoft.com/office/drawing/2014/main" val="252242599"/>
                    </a:ext>
                  </a:extLst>
                </a:gridCol>
                <a:gridCol w="582030">
                  <a:extLst>
                    <a:ext uri="{9D8B030D-6E8A-4147-A177-3AD203B41FA5}">
                      <a16:colId xmlns:a16="http://schemas.microsoft.com/office/drawing/2014/main" val="2979548096"/>
                    </a:ext>
                  </a:extLst>
                </a:gridCol>
                <a:gridCol w="582030">
                  <a:extLst>
                    <a:ext uri="{9D8B030D-6E8A-4147-A177-3AD203B41FA5}">
                      <a16:colId xmlns:a16="http://schemas.microsoft.com/office/drawing/2014/main" val="3757938175"/>
                    </a:ext>
                  </a:extLst>
                </a:gridCol>
                <a:gridCol w="624153">
                  <a:extLst>
                    <a:ext uri="{9D8B030D-6E8A-4147-A177-3AD203B41FA5}">
                      <a16:colId xmlns:a16="http://schemas.microsoft.com/office/drawing/2014/main" val="3478897658"/>
                    </a:ext>
                  </a:extLst>
                </a:gridCol>
                <a:gridCol w="579664">
                  <a:extLst>
                    <a:ext uri="{9D8B030D-6E8A-4147-A177-3AD203B41FA5}">
                      <a16:colId xmlns:a16="http://schemas.microsoft.com/office/drawing/2014/main" val="1545021092"/>
                    </a:ext>
                  </a:extLst>
                </a:gridCol>
                <a:gridCol w="542274">
                  <a:extLst>
                    <a:ext uri="{9D8B030D-6E8A-4147-A177-3AD203B41FA5}">
                      <a16:colId xmlns:a16="http://schemas.microsoft.com/office/drawing/2014/main" val="1656820148"/>
                    </a:ext>
                  </a:extLst>
                </a:gridCol>
                <a:gridCol w="582030">
                  <a:extLst>
                    <a:ext uri="{9D8B030D-6E8A-4147-A177-3AD203B41FA5}">
                      <a16:colId xmlns:a16="http://schemas.microsoft.com/office/drawing/2014/main" val="3767742755"/>
                    </a:ext>
                  </a:extLst>
                </a:gridCol>
                <a:gridCol w="582030">
                  <a:extLst>
                    <a:ext uri="{9D8B030D-6E8A-4147-A177-3AD203B41FA5}">
                      <a16:colId xmlns:a16="http://schemas.microsoft.com/office/drawing/2014/main" val="3915221882"/>
                    </a:ext>
                  </a:extLst>
                </a:gridCol>
              </a:tblGrid>
              <a:tr h="86071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纤维长度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/mm</a:t>
                      </a: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（算数平均）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纤维长度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/mm</a:t>
                      </a: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（长度加权长）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宽度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μ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粗度（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mg/m</a:t>
                      </a: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>
                          <a:solidFill>
                            <a:srgbClr val="000000"/>
                          </a:solidFill>
                          <a:effectLst/>
                        </a:rPr>
                        <a:t>扭结角（°）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扭结纤维（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sz="1000" kern="100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弯曲（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分丝帚化长度比（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折断纤维比（</a:t>
                      </a:r>
                      <a:r>
                        <a:rPr lang="en-US" sz="1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细小纤维（长度比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细小纤维（长度加权比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细小纤维面积比（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CN" altLang="en-US" sz="1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7384365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zk19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0.675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0.817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17.3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0.0632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48.9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1.570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29.70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36.2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42.05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3.62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4796170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zk28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0.687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0.872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17.7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0.0652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52.8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1.661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41.75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9568979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zk37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0.706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0.925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18.2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0.0743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51.0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1.712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30.34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36.9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41.27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2.91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8228404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zk46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0.711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0.960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17.7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0.0735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53.0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1.739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29.34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43.7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44.15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4.58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3885746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zk55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0.771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1.119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19.5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0.0768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54.3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31.58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41.25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3093746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zk64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0.821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1.274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20.3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0.0888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54.3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2.082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32.99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39.1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38.56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1.96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4045365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zk73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0.858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1.339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21.4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0.0974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2.236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32.36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40.7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40.50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2.11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3797167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zk82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0.961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1.563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23.2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0.1033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51.1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2.454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33.73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39.60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1.94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2444275"/>
                  </a:ext>
                </a:extLst>
              </a:tr>
              <a:tr h="4303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zk91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1.031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1.641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</a:rPr>
                        <a:t>24.9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</a:rPr>
                        <a:t>0.1335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53.2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554" marR="64554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2.633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37.66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45.9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44.44</a:t>
                      </a:r>
                      <a:endParaRPr lang="zh-CN" altLang="en-US" sz="1000" kern="1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2.24</a:t>
                      </a:r>
                      <a:endParaRPr lang="zh-CN" altLang="en-US" sz="10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4832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457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590125-C84C-BC90-2C05-AB062731C8ED}"/>
              </a:ext>
            </a:extLst>
          </p:cNvPr>
          <p:cNvSpPr txBox="1"/>
          <p:nvPr/>
        </p:nvSpPr>
        <p:spPr>
          <a:xfrm>
            <a:off x="1600200" y="531243"/>
            <a:ext cx="5388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 针叶木阔叶木纤维复配光学显微镜图片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E6D4D-42A5-BC93-4A37-2322AECAE848}"/>
              </a:ext>
            </a:extLst>
          </p:cNvPr>
          <p:cNvSpPr txBox="1"/>
          <p:nvPr/>
        </p:nvSpPr>
        <p:spPr>
          <a:xfrm>
            <a:off x="324560" y="1118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zk19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D1DC11-34F4-DB96-67D4-1E225C915531}"/>
              </a:ext>
            </a:extLst>
          </p:cNvPr>
          <p:cNvSpPr txBox="1"/>
          <p:nvPr/>
        </p:nvSpPr>
        <p:spPr>
          <a:xfrm>
            <a:off x="324559" y="3404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zk37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BEBAFC-BB1E-4005-BDA7-C16223F4F7BF}"/>
              </a:ext>
            </a:extLst>
          </p:cNvPr>
          <p:cNvSpPr txBox="1"/>
          <p:nvPr/>
        </p:nvSpPr>
        <p:spPr>
          <a:xfrm>
            <a:off x="324558" y="4547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zk46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899CAA-359F-EE55-0314-E5D88934F3FF}"/>
              </a:ext>
            </a:extLst>
          </p:cNvPr>
          <p:cNvSpPr txBox="1"/>
          <p:nvPr/>
        </p:nvSpPr>
        <p:spPr>
          <a:xfrm>
            <a:off x="324558" y="2261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zk28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10B739-0611-243D-64E5-F27B0F15B4E7}"/>
              </a:ext>
            </a:extLst>
          </p:cNvPr>
          <p:cNvSpPr txBox="1"/>
          <p:nvPr/>
        </p:nvSpPr>
        <p:spPr>
          <a:xfrm>
            <a:off x="324558" y="554940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zk55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9" name="图片 8" descr="蓝色的天空&#10;&#10;AI 生成的内容可能不正确。">
            <a:extLst>
              <a:ext uri="{FF2B5EF4-FFF2-40B4-BE49-F238E27FC236}">
                <a16:creationId xmlns:a16="http://schemas.microsoft.com/office/drawing/2014/main" id="{C75324C8-9F7C-A8DD-C12F-98C9E9048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79" y="1044332"/>
            <a:ext cx="1440000" cy="1080000"/>
          </a:xfrm>
          <a:prstGeom prst="rect">
            <a:avLst/>
          </a:prstGeom>
        </p:spPr>
      </p:pic>
      <p:pic>
        <p:nvPicPr>
          <p:cNvPr id="11" name="图片 10" descr="一棵大树&#10;&#10;AI 生成的内容可能不正确。">
            <a:extLst>
              <a:ext uri="{FF2B5EF4-FFF2-40B4-BE49-F238E27FC236}">
                <a16:creationId xmlns:a16="http://schemas.microsoft.com/office/drawing/2014/main" id="{1FFEB792-DA01-70EC-1EA9-C77B1D6F4D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00" y="1044332"/>
            <a:ext cx="1440000" cy="1080000"/>
          </a:xfrm>
          <a:prstGeom prst="rect">
            <a:avLst/>
          </a:prstGeom>
        </p:spPr>
      </p:pic>
      <p:pic>
        <p:nvPicPr>
          <p:cNvPr id="13" name="图片 12" descr="地图&#10;&#10;AI 生成的内容可能不正确。">
            <a:extLst>
              <a:ext uri="{FF2B5EF4-FFF2-40B4-BE49-F238E27FC236}">
                <a16:creationId xmlns:a16="http://schemas.microsoft.com/office/drawing/2014/main" id="{C85B1ADB-F8E2-3D6D-8EEC-C733273393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79" y="2170599"/>
            <a:ext cx="1440000" cy="1080000"/>
          </a:xfrm>
          <a:prstGeom prst="rect">
            <a:avLst/>
          </a:prstGeom>
        </p:spPr>
      </p:pic>
      <p:pic>
        <p:nvPicPr>
          <p:cNvPr id="15" name="图片 14" descr="树上的叶子&#10;&#10;AI 生成的内容可能不正确。">
            <a:extLst>
              <a:ext uri="{FF2B5EF4-FFF2-40B4-BE49-F238E27FC236}">
                <a16:creationId xmlns:a16="http://schemas.microsoft.com/office/drawing/2014/main" id="{3093218B-36CF-3A7E-EC55-11EF367CA1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00" y="2170599"/>
            <a:ext cx="1440000" cy="1080000"/>
          </a:xfrm>
          <a:prstGeom prst="rect">
            <a:avLst/>
          </a:prstGeom>
        </p:spPr>
      </p:pic>
      <p:pic>
        <p:nvPicPr>
          <p:cNvPr id="17" name="图片 16" descr="一棵树&#10;&#10;AI 生成的内容可能不正确。">
            <a:extLst>
              <a:ext uri="{FF2B5EF4-FFF2-40B4-BE49-F238E27FC236}">
                <a16:creationId xmlns:a16="http://schemas.microsoft.com/office/drawing/2014/main" id="{C5DB1C97-0F0A-F681-8C2D-D8ECE9543D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79" y="3296866"/>
            <a:ext cx="1440000" cy="1080000"/>
          </a:xfrm>
          <a:prstGeom prst="rect">
            <a:avLst/>
          </a:prstGeom>
        </p:spPr>
      </p:pic>
      <p:pic>
        <p:nvPicPr>
          <p:cNvPr id="19" name="图片 18" descr="一棵树&#10;&#10;AI 生成的内容可能不正确。">
            <a:extLst>
              <a:ext uri="{FF2B5EF4-FFF2-40B4-BE49-F238E27FC236}">
                <a16:creationId xmlns:a16="http://schemas.microsoft.com/office/drawing/2014/main" id="{EBE8FE49-65AB-6BCA-5B96-402C0721938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00" y="3296866"/>
            <a:ext cx="1440000" cy="1080000"/>
          </a:xfrm>
          <a:prstGeom prst="rect">
            <a:avLst/>
          </a:prstGeom>
        </p:spPr>
      </p:pic>
      <p:pic>
        <p:nvPicPr>
          <p:cNvPr id="21" name="图片 20" descr="水中的地图&#10;&#10;AI 生成的内容可能不正确。">
            <a:extLst>
              <a:ext uri="{FF2B5EF4-FFF2-40B4-BE49-F238E27FC236}">
                <a16:creationId xmlns:a16="http://schemas.microsoft.com/office/drawing/2014/main" id="{5C8A5488-CDEF-D576-5AF5-4ED43728401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79" y="4423133"/>
            <a:ext cx="1440000" cy="1080000"/>
          </a:xfrm>
          <a:prstGeom prst="rect">
            <a:avLst/>
          </a:prstGeom>
        </p:spPr>
      </p:pic>
      <p:pic>
        <p:nvPicPr>
          <p:cNvPr id="23" name="图片 22" descr="地图上有字&#10;&#10;AI 生成的内容可能不正确。">
            <a:extLst>
              <a:ext uri="{FF2B5EF4-FFF2-40B4-BE49-F238E27FC236}">
                <a16:creationId xmlns:a16="http://schemas.microsoft.com/office/drawing/2014/main" id="{88D6CCDB-AD26-6275-0D5C-844B71B1B34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00" y="4423133"/>
            <a:ext cx="1440000" cy="1080000"/>
          </a:xfrm>
          <a:prstGeom prst="rect">
            <a:avLst/>
          </a:prstGeom>
        </p:spPr>
      </p:pic>
      <p:pic>
        <p:nvPicPr>
          <p:cNvPr id="25" name="图片 24" descr="树上的叶子&#10;&#10;AI 生成的内容可能不正确。">
            <a:extLst>
              <a:ext uri="{FF2B5EF4-FFF2-40B4-BE49-F238E27FC236}">
                <a16:creationId xmlns:a16="http://schemas.microsoft.com/office/drawing/2014/main" id="{9B2D74BA-0E6C-EFD1-EE1D-00CCE292642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79" y="5549400"/>
            <a:ext cx="1440000" cy="1080000"/>
          </a:xfrm>
          <a:prstGeom prst="rect">
            <a:avLst/>
          </a:prstGeom>
        </p:spPr>
      </p:pic>
      <p:pic>
        <p:nvPicPr>
          <p:cNvPr id="27" name="图片 26" descr="树上的叶子&#10;&#10;AI 生成的内容可能不正确。">
            <a:extLst>
              <a:ext uri="{FF2B5EF4-FFF2-40B4-BE49-F238E27FC236}">
                <a16:creationId xmlns:a16="http://schemas.microsoft.com/office/drawing/2014/main" id="{23EB29A8-6D89-AE92-20C0-278C9C84427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00" y="5549400"/>
            <a:ext cx="1440000" cy="10800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87A2C14-603E-3025-24EA-1D95A2CF746D}"/>
              </a:ext>
            </a:extLst>
          </p:cNvPr>
          <p:cNvSpPr txBox="1"/>
          <p:nvPr/>
        </p:nvSpPr>
        <p:spPr>
          <a:xfrm>
            <a:off x="4876802" y="1118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zk64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32ED42C-B969-45F3-A73F-A404952C373F}"/>
              </a:ext>
            </a:extLst>
          </p:cNvPr>
          <p:cNvSpPr txBox="1"/>
          <p:nvPr/>
        </p:nvSpPr>
        <p:spPr>
          <a:xfrm>
            <a:off x="4876801" y="3404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zk82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9AC5A4-ACE8-23EC-D3A7-4B2C81549C91}"/>
              </a:ext>
            </a:extLst>
          </p:cNvPr>
          <p:cNvSpPr txBox="1"/>
          <p:nvPr/>
        </p:nvSpPr>
        <p:spPr>
          <a:xfrm>
            <a:off x="4876800" y="4547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zk91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B695D5F-59E8-2434-4827-8EDA0A04355B}"/>
              </a:ext>
            </a:extLst>
          </p:cNvPr>
          <p:cNvSpPr txBox="1"/>
          <p:nvPr/>
        </p:nvSpPr>
        <p:spPr>
          <a:xfrm>
            <a:off x="4876800" y="22611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zk73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4" name="图片 33" descr="水里的地图&#10;&#10;AI 生成的内容可能不正确。">
            <a:extLst>
              <a:ext uri="{FF2B5EF4-FFF2-40B4-BE49-F238E27FC236}">
                <a16:creationId xmlns:a16="http://schemas.microsoft.com/office/drawing/2014/main" id="{8DBA7B46-3E99-C561-EFAF-5E6A9FB1CE2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99" y="1044332"/>
            <a:ext cx="1440000" cy="1080000"/>
          </a:xfrm>
          <a:prstGeom prst="rect">
            <a:avLst/>
          </a:prstGeom>
        </p:spPr>
      </p:pic>
      <p:pic>
        <p:nvPicPr>
          <p:cNvPr id="36" name="图片 35" descr="树上的叶子&#10;&#10;AI 生成的内容可能不正确。">
            <a:extLst>
              <a:ext uri="{FF2B5EF4-FFF2-40B4-BE49-F238E27FC236}">
                <a16:creationId xmlns:a16="http://schemas.microsoft.com/office/drawing/2014/main" id="{A2B50270-8D14-74F8-463F-C80CB545C7B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379" y="1044332"/>
            <a:ext cx="1440000" cy="1080000"/>
          </a:xfrm>
          <a:prstGeom prst="rect">
            <a:avLst/>
          </a:prstGeom>
        </p:spPr>
      </p:pic>
      <p:pic>
        <p:nvPicPr>
          <p:cNvPr id="38" name="图片 37" descr="水里的地图&#10;&#10;AI 生成的内容可能不正确。">
            <a:extLst>
              <a:ext uri="{FF2B5EF4-FFF2-40B4-BE49-F238E27FC236}">
                <a16:creationId xmlns:a16="http://schemas.microsoft.com/office/drawing/2014/main" id="{56A4C5D7-D31E-DF72-C764-D068BCE8DBC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99" y="2170599"/>
            <a:ext cx="1440000" cy="1080000"/>
          </a:xfrm>
          <a:prstGeom prst="rect">
            <a:avLst/>
          </a:prstGeom>
        </p:spPr>
      </p:pic>
      <p:pic>
        <p:nvPicPr>
          <p:cNvPr id="40" name="图片 39" descr="地图上有蓝色&#10;&#10;AI 生成的内容可能不正确。">
            <a:extLst>
              <a:ext uri="{FF2B5EF4-FFF2-40B4-BE49-F238E27FC236}">
                <a16:creationId xmlns:a16="http://schemas.microsoft.com/office/drawing/2014/main" id="{A0397CBD-0259-BF6A-859D-FB25C25CC93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379" y="2170599"/>
            <a:ext cx="1440000" cy="1080000"/>
          </a:xfrm>
          <a:prstGeom prst="rect">
            <a:avLst/>
          </a:prstGeom>
        </p:spPr>
      </p:pic>
      <p:pic>
        <p:nvPicPr>
          <p:cNvPr id="42" name="图片 41" descr="图片包含 鸟, 大, 水, 街道&#10;&#10;AI 生成的内容可能不正确。">
            <a:extLst>
              <a:ext uri="{FF2B5EF4-FFF2-40B4-BE49-F238E27FC236}">
                <a16:creationId xmlns:a16="http://schemas.microsoft.com/office/drawing/2014/main" id="{7D86D1BA-230C-BFBC-1B46-A11F160DB1E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99" y="3296866"/>
            <a:ext cx="1440000" cy="1080000"/>
          </a:xfrm>
          <a:prstGeom prst="rect">
            <a:avLst/>
          </a:prstGeom>
        </p:spPr>
      </p:pic>
      <p:pic>
        <p:nvPicPr>
          <p:cNvPr id="44" name="图片 43" descr="水中的倒影&#10;&#10;AI 生成的内容可能不正确。">
            <a:extLst>
              <a:ext uri="{FF2B5EF4-FFF2-40B4-BE49-F238E27FC236}">
                <a16:creationId xmlns:a16="http://schemas.microsoft.com/office/drawing/2014/main" id="{C7DCF763-7BA6-83B9-4C54-7E0D025241E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379" y="3296866"/>
            <a:ext cx="1440000" cy="1080000"/>
          </a:xfrm>
          <a:prstGeom prst="rect">
            <a:avLst/>
          </a:prstGeom>
        </p:spPr>
      </p:pic>
      <p:pic>
        <p:nvPicPr>
          <p:cNvPr id="46" name="图片 45" descr="一棵大树&#10;&#10;AI 生成的内容可能不正确。">
            <a:extLst>
              <a:ext uri="{FF2B5EF4-FFF2-40B4-BE49-F238E27FC236}">
                <a16:creationId xmlns:a16="http://schemas.microsoft.com/office/drawing/2014/main" id="{2194DB95-96D9-DD19-B2D2-94F9A756E70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99" y="4423133"/>
            <a:ext cx="1440000" cy="1080000"/>
          </a:xfrm>
          <a:prstGeom prst="rect">
            <a:avLst/>
          </a:prstGeom>
        </p:spPr>
      </p:pic>
      <p:pic>
        <p:nvPicPr>
          <p:cNvPr id="48" name="图片 47" descr="树林里&#10;&#10;AI 生成的内容可能不正确。">
            <a:extLst>
              <a:ext uri="{FF2B5EF4-FFF2-40B4-BE49-F238E27FC236}">
                <a16:creationId xmlns:a16="http://schemas.microsoft.com/office/drawing/2014/main" id="{C908DC9A-51D8-48A9-0E2C-0CD8EBFE657F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379" y="4423133"/>
            <a:ext cx="144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27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E913-9505-D21C-9538-D39BFE9A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9F2DEB0-D991-D595-6464-D535BFFCFA32}"/>
              </a:ext>
            </a:extLst>
          </p:cNvPr>
          <p:cNvSpPr txBox="1"/>
          <p:nvPr/>
        </p:nvSpPr>
        <p:spPr>
          <a:xfrm>
            <a:off x="2590800" y="457200"/>
            <a:ext cx="396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表</a:t>
            </a:r>
            <a:r>
              <a:rPr lang="en-US" altLang="zh-CN" sz="2000" b="1" dirty="0">
                <a:solidFill>
                  <a:srgbClr val="FFFFFF"/>
                </a:solidFill>
              </a:rPr>
              <a:t>5. </a:t>
            </a:r>
            <a:r>
              <a:rPr lang="zh-CN" altLang="en-US" sz="2000" b="1" dirty="0">
                <a:solidFill>
                  <a:srgbClr val="FFFFFF"/>
                </a:solidFill>
              </a:rPr>
              <a:t>针叶木阔叶木复配纸张性能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8BE4DD5-4EA0-AB13-F0F1-9863FD029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60711"/>
              </p:ext>
            </p:extLst>
          </p:nvPr>
        </p:nvGraphicFramePr>
        <p:xfrm>
          <a:off x="228600" y="1467219"/>
          <a:ext cx="8534396" cy="35861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7551">
                  <a:extLst>
                    <a:ext uri="{9D8B030D-6E8A-4147-A177-3AD203B41FA5}">
                      <a16:colId xmlns:a16="http://schemas.microsoft.com/office/drawing/2014/main" val="625135646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782791164"/>
                    </a:ext>
                  </a:extLst>
                </a:gridCol>
                <a:gridCol w="713085">
                  <a:extLst>
                    <a:ext uri="{9D8B030D-6E8A-4147-A177-3AD203B41FA5}">
                      <a16:colId xmlns:a16="http://schemas.microsoft.com/office/drawing/2014/main" val="225712275"/>
                    </a:ext>
                  </a:extLst>
                </a:gridCol>
                <a:gridCol w="1004898">
                  <a:extLst>
                    <a:ext uri="{9D8B030D-6E8A-4147-A177-3AD203B41FA5}">
                      <a16:colId xmlns:a16="http://schemas.microsoft.com/office/drawing/2014/main" val="32732035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52591437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2257376"/>
                    </a:ext>
                  </a:extLst>
                </a:gridCol>
                <a:gridCol w="739321">
                  <a:extLst>
                    <a:ext uri="{9D8B030D-6E8A-4147-A177-3AD203B41FA5}">
                      <a16:colId xmlns:a16="http://schemas.microsoft.com/office/drawing/2014/main" val="2811961605"/>
                    </a:ext>
                  </a:extLst>
                </a:gridCol>
                <a:gridCol w="860879">
                  <a:extLst>
                    <a:ext uri="{9D8B030D-6E8A-4147-A177-3AD203B41FA5}">
                      <a16:colId xmlns:a16="http://schemas.microsoft.com/office/drawing/2014/main" val="240673085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8655430"/>
                    </a:ext>
                  </a:extLst>
                </a:gridCol>
                <a:gridCol w="761996">
                  <a:extLst>
                    <a:ext uri="{9D8B030D-6E8A-4147-A177-3AD203B41FA5}">
                      <a16:colId xmlns:a16="http://schemas.microsoft.com/office/drawing/2014/main" val="4038481690"/>
                    </a:ext>
                  </a:extLst>
                </a:gridCol>
              </a:tblGrid>
              <a:tr h="95143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定量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(g/m</a:t>
                      </a:r>
                      <a:r>
                        <a:rPr lang="en-US" sz="1100" kern="1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厚度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(μm)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耐破指数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(kPa·m</a:t>
                      </a:r>
                      <a:r>
                        <a:rPr lang="en-US" sz="1100" kern="1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·g</a:t>
                      </a:r>
                      <a:r>
                        <a:rPr lang="en-US" sz="1100" kern="1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撕裂指数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(mN·m</a:t>
                      </a:r>
                      <a:r>
                        <a:rPr lang="en-US" sz="1100" kern="100" baseline="300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·g</a:t>
                      </a:r>
                      <a:r>
                        <a:rPr lang="en-US" sz="1100" kern="1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抗张指数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(N·m·g</a:t>
                      </a:r>
                      <a:r>
                        <a:rPr lang="en-US" sz="1100" kern="1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零距抗张强度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(N/cm)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表面粗糙度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(ml/min)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透气度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μ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m/Pas)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100" kern="100">
                          <a:solidFill>
                            <a:srgbClr val="000000"/>
                          </a:solidFill>
                          <a:effectLst/>
                        </a:rPr>
                        <a:t>耐折度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9483728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zk19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65.93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89.40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4.75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12.25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84.15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118.13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566.83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5.63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1.58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618389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zk28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60.07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92.70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5.68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10.12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82.03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112.68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509.83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5.17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1.25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821707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zk37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60.83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90.90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5.67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9.81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84.93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112.82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483.20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3.87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1.10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6571883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zk46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59.53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88.60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5.18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9.18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73.91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112.93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575.38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3.83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1.27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693269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zk55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59.00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89.10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5.97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9.64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85.63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107.55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568.56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3.87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1.41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5590279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zk64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58.30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89.30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5.91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8.32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83.88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106.25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627.25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3.29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1.56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6620300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zk73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62.10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91.70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5.79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7.05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87.39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111.76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625.44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2.59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2.16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7070846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zk82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61.13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91.60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5.67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7.90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82.16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112.37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686.00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1.83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1.62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4611944"/>
                  </a:ext>
                </a:extLst>
              </a:tr>
              <a:tr h="29274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zk91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58.73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</a:rPr>
                        <a:t>97.50 </a:t>
                      </a:r>
                      <a:endParaRPr lang="zh-CN" sz="105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7.11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</a:rPr>
                        <a:t>8.12 </a:t>
                      </a:r>
                      <a:endParaRPr lang="zh-CN" sz="105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76.30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107.07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722.60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</a:rPr>
                        <a:t>2.49 </a:t>
                      </a:r>
                      <a:endParaRPr lang="zh-CN" sz="105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</a:rPr>
                        <a:t>1.95 </a:t>
                      </a:r>
                      <a:endParaRPr lang="zh-CN" sz="105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8001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96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1295400" cy="46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C4402013-B8B5-038C-26B2-2F7A0E6F5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048000"/>
            <a:ext cx="5791200" cy="59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3900"/>
              </a:lnSpc>
            </a:pP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请各位同学积极配合！</a:t>
            </a:r>
          </a:p>
        </p:txBody>
      </p:sp>
    </p:spTree>
    <p:extLst>
      <p:ext uri="{BB962C8B-B14F-4D97-AF65-F5344CB8AC3E}">
        <p14:creationId xmlns:p14="http://schemas.microsoft.com/office/powerpoint/2010/main" val="144235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85"/>
    </mc:Choice>
    <mc:Fallback xmlns="">
      <p:transition spd="slow" advTm="7785"/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808080"/>
      </a:dk1>
      <a:lt1>
        <a:srgbClr val="DDE89A"/>
      </a:lt1>
      <a:dk2>
        <a:srgbClr val="329A2A"/>
      </a:dk2>
      <a:lt2>
        <a:srgbClr val="185E25"/>
      </a:lt2>
      <a:accent1>
        <a:srgbClr val="80CB35"/>
      </a:accent1>
      <a:accent2>
        <a:srgbClr val="518CD3"/>
      </a:accent2>
      <a:accent3>
        <a:srgbClr val="ADCAAC"/>
      </a:accent3>
      <a:accent4>
        <a:srgbClr val="BDC683"/>
      </a:accent4>
      <a:accent5>
        <a:srgbClr val="C0E2AE"/>
      </a:accent5>
      <a:accent6>
        <a:srgbClr val="497EBF"/>
      </a:accent6>
      <a:hlink>
        <a:srgbClr val="E15D7C"/>
      </a:hlink>
      <a:folHlink>
        <a:srgbClr val="DB915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808080"/>
        </a:dk1>
        <a:lt1>
          <a:srgbClr val="EADCC0"/>
        </a:lt1>
        <a:dk2>
          <a:srgbClr val="F97407"/>
        </a:dk2>
        <a:lt2>
          <a:srgbClr val="E65D00"/>
        </a:lt2>
        <a:accent1>
          <a:srgbClr val="FBCF2D"/>
        </a:accent1>
        <a:accent2>
          <a:srgbClr val="5C8CDA"/>
        </a:accent2>
        <a:accent3>
          <a:srgbClr val="FBBCAA"/>
        </a:accent3>
        <a:accent4>
          <a:srgbClr val="C8BCA4"/>
        </a:accent4>
        <a:accent5>
          <a:srgbClr val="FDE4AD"/>
        </a:accent5>
        <a:accent6>
          <a:srgbClr val="537EC5"/>
        </a:accent6>
        <a:hlink>
          <a:srgbClr val="87D242"/>
        </a:hlink>
        <a:folHlink>
          <a:srgbClr val="DA647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808080"/>
        </a:dk1>
        <a:lt1>
          <a:srgbClr val="9BD3E5"/>
        </a:lt1>
        <a:dk2>
          <a:srgbClr val="357DA9"/>
        </a:dk2>
        <a:lt2>
          <a:srgbClr val="101C56"/>
        </a:lt2>
        <a:accent1>
          <a:srgbClr val="58BECC"/>
        </a:accent1>
        <a:accent2>
          <a:srgbClr val="8A5BDF"/>
        </a:accent2>
        <a:accent3>
          <a:srgbClr val="AEBFD1"/>
        </a:accent3>
        <a:accent4>
          <a:srgbClr val="84B4C3"/>
        </a:accent4>
        <a:accent5>
          <a:srgbClr val="B4DBE2"/>
        </a:accent5>
        <a:accent6>
          <a:srgbClr val="7D52CA"/>
        </a:accent6>
        <a:hlink>
          <a:srgbClr val="6ECC4C"/>
        </a:hlink>
        <a:folHlink>
          <a:srgbClr val="DD693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808080"/>
        </a:dk1>
        <a:lt1>
          <a:srgbClr val="DDE89A"/>
        </a:lt1>
        <a:dk2>
          <a:srgbClr val="329A2A"/>
        </a:dk2>
        <a:lt2>
          <a:srgbClr val="185E25"/>
        </a:lt2>
        <a:accent1>
          <a:srgbClr val="80CB35"/>
        </a:accent1>
        <a:accent2>
          <a:srgbClr val="518CD3"/>
        </a:accent2>
        <a:accent3>
          <a:srgbClr val="ADCAAC"/>
        </a:accent3>
        <a:accent4>
          <a:srgbClr val="BDC683"/>
        </a:accent4>
        <a:accent5>
          <a:srgbClr val="C0E2AE"/>
        </a:accent5>
        <a:accent6>
          <a:srgbClr val="497EBF"/>
        </a:accent6>
        <a:hlink>
          <a:srgbClr val="E15D7C"/>
        </a:hlink>
        <a:folHlink>
          <a:srgbClr val="DB915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3">
      <a:dk1>
        <a:srgbClr val="808080"/>
      </a:dk1>
      <a:lt1>
        <a:srgbClr val="DDE89A"/>
      </a:lt1>
      <a:dk2>
        <a:srgbClr val="329A2A"/>
      </a:dk2>
      <a:lt2>
        <a:srgbClr val="185E25"/>
      </a:lt2>
      <a:accent1>
        <a:srgbClr val="80CB35"/>
      </a:accent1>
      <a:accent2>
        <a:srgbClr val="518CD3"/>
      </a:accent2>
      <a:accent3>
        <a:srgbClr val="ADCAAC"/>
      </a:accent3>
      <a:accent4>
        <a:srgbClr val="BDC683"/>
      </a:accent4>
      <a:accent5>
        <a:srgbClr val="C0E2AE"/>
      </a:accent5>
      <a:accent6>
        <a:srgbClr val="497EBF"/>
      </a:accent6>
      <a:hlink>
        <a:srgbClr val="E15D7C"/>
      </a:hlink>
      <a:folHlink>
        <a:srgbClr val="DB915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808080"/>
        </a:dk1>
        <a:lt1>
          <a:srgbClr val="EADCC0"/>
        </a:lt1>
        <a:dk2>
          <a:srgbClr val="F97407"/>
        </a:dk2>
        <a:lt2>
          <a:srgbClr val="E65D00"/>
        </a:lt2>
        <a:accent1>
          <a:srgbClr val="FBCF2D"/>
        </a:accent1>
        <a:accent2>
          <a:srgbClr val="5C8CDA"/>
        </a:accent2>
        <a:accent3>
          <a:srgbClr val="FBBCAA"/>
        </a:accent3>
        <a:accent4>
          <a:srgbClr val="C8BCA4"/>
        </a:accent4>
        <a:accent5>
          <a:srgbClr val="FDE4AD"/>
        </a:accent5>
        <a:accent6>
          <a:srgbClr val="537EC5"/>
        </a:accent6>
        <a:hlink>
          <a:srgbClr val="87D242"/>
        </a:hlink>
        <a:folHlink>
          <a:srgbClr val="DA647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808080"/>
        </a:dk1>
        <a:lt1>
          <a:srgbClr val="9BD3E5"/>
        </a:lt1>
        <a:dk2>
          <a:srgbClr val="357DA9"/>
        </a:dk2>
        <a:lt2>
          <a:srgbClr val="101C56"/>
        </a:lt2>
        <a:accent1>
          <a:srgbClr val="58BECC"/>
        </a:accent1>
        <a:accent2>
          <a:srgbClr val="8A5BDF"/>
        </a:accent2>
        <a:accent3>
          <a:srgbClr val="AEBFD1"/>
        </a:accent3>
        <a:accent4>
          <a:srgbClr val="84B4C3"/>
        </a:accent4>
        <a:accent5>
          <a:srgbClr val="B4DBE2"/>
        </a:accent5>
        <a:accent6>
          <a:srgbClr val="7D52CA"/>
        </a:accent6>
        <a:hlink>
          <a:srgbClr val="6ECC4C"/>
        </a:hlink>
        <a:folHlink>
          <a:srgbClr val="DD693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808080"/>
        </a:dk1>
        <a:lt1>
          <a:srgbClr val="DDE89A"/>
        </a:lt1>
        <a:dk2>
          <a:srgbClr val="329A2A"/>
        </a:dk2>
        <a:lt2>
          <a:srgbClr val="185E25"/>
        </a:lt2>
        <a:accent1>
          <a:srgbClr val="80CB35"/>
        </a:accent1>
        <a:accent2>
          <a:srgbClr val="518CD3"/>
        </a:accent2>
        <a:accent3>
          <a:srgbClr val="ADCAAC"/>
        </a:accent3>
        <a:accent4>
          <a:srgbClr val="BDC683"/>
        </a:accent4>
        <a:accent5>
          <a:srgbClr val="C0E2AE"/>
        </a:accent5>
        <a:accent6>
          <a:srgbClr val="497EBF"/>
        </a:accent6>
        <a:hlink>
          <a:srgbClr val="E15D7C"/>
        </a:hlink>
        <a:folHlink>
          <a:srgbClr val="DB915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6934</TotalTime>
  <Words>1772</Words>
  <Application>Microsoft Office PowerPoint</Application>
  <PresentationFormat>全屏显示(4:3)</PresentationFormat>
  <Paragraphs>995</Paragraphs>
  <Slides>20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黑体</vt:lpstr>
      <vt:lpstr>宋体</vt:lpstr>
      <vt:lpstr>微软雅黑</vt:lpstr>
      <vt:lpstr>Arial</vt:lpstr>
      <vt:lpstr>Arial Black</vt:lpstr>
      <vt:lpstr>Calibri</vt:lpstr>
      <vt:lpstr>Cambria</vt:lpstr>
      <vt:lpstr>Times New Roman</vt:lpstr>
      <vt:lpstr>Default Design</vt:lpstr>
      <vt:lpstr>1_Default Design</vt:lpstr>
      <vt:lpstr>PowerPoint 演示文稿</vt:lpstr>
      <vt:lpstr>第一部分 漂白阔叶木浆</vt:lpstr>
      <vt:lpstr>具体实施方案</vt:lpstr>
      <vt:lpstr>PowerPoint 演示文稿</vt:lpstr>
      <vt:lpstr>具体实施方案</vt:lpstr>
      <vt:lpstr>PowerPoint 演示文稿</vt:lpstr>
      <vt:lpstr>具体实施方案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具体实施方案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Wenhua Gao</dc:creator>
  <cp:lastModifiedBy>Wenhua Gao</cp:lastModifiedBy>
  <cp:revision>319</cp:revision>
  <dcterms:created xsi:type="dcterms:W3CDTF">2015-06-03T07:05:15Z</dcterms:created>
  <dcterms:modified xsi:type="dcterms:W3CDTF">2025-12-26T02:36:34Z</dcterms:modified>
</cp:coreProperties>
</file>